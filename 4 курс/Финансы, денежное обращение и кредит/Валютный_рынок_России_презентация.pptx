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109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Современные тенденции валютного рынка России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Введение</a:t>
            </a:r>
            <a:endParaRPr dirty="0"/>
          </a:p>
          <a:p>
            <a:r>
              <a:rPr lang="ru-RU" dirty="0"/>
              <a:t>Основные функции валютного </a:t>
            </a:r>
            <a:r>
              <a:rPr lang="ru-RU" dirty="0" smtClean="0"/>
              <a:t>рынка</a:t>
            </a:r>
          </a:p>
          <a:p>
            <a:r>
              <a:rPr lang="ru-RU" dirty="0"/>
              <a:t>Особенности рынка </a:t>
            </a:r>
            <a:r>
              <a:rPr lang="ru-RU" dirty="0" smtClean="0"/>
              <a:t>России</a:t>
            </a:r>
          </a:p>
          <a:p>
            <a:r>
              <a:rPr lang="ru-RU" dirty="0"/>
              <a:t>Влияние </a:t>
            </a:r>
            <a:r>
              <a:rPr lang="ru-RU" dirty="0" smtClean="0"/>
              <a:t>санкций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1948" y="470067"/>
            <a:ext cx="7772400" cy="1470025"/>
          </a:xfrm>
        </p:spPr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205789"/>
            <a:ext cx="6400800" cy="3793958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Валютный рынок играет ключевую роль в экономике России, обеспечивая обмен национальной валюты на иностранные денежные единицы. В условиях глобализации и экономических санкций его значение существенно возрастает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7577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158" y="210469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 </a:t>
            </a:r>
            <a:r>
              <a:rPr dirty="0" err="1"/>
              <a:t>валютного</a:t>
            </a:r>
            <a:r>
              <a:rPr dirty="0"/>
              <a:t> </a:t>
            </a:r>
            <a:r>
              <a:rPr dirty="0" err="1"/>
              <a:t>рынка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Международные расчёты</a:t>
            </a:r>
          </a:p>
          <a:p>
            <a:r>
              <a:t>Формирование курса</a:t>
            </a:r>
          </a:p>
          <a:p>
            <a:r>
              <a:t>Хеджирование рисков</a:t>
            </a:r>
          </a:p>
          <a:p>
            <a:r>
              <a:t>Перераспределение ресурсов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Особенности</a:t>
            </a:r>
            <a:r>
              <a:rPr dirty="0"/>
              <a:t> </a:t>
            </a:r>
            <a:r>
              <a:rPr dirty="0" err="1"/>
              <a:t>рынка</a:t>
            </a:r>
            <a:r>
              <a:rPr dirty="0"/>
              <a:t> </a:t>
            </a:r>
            <a:r>
              <a:rPr dirty="0" err="1"/>
              <a:t>России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Зависимость от сырья</a:t>
            </a:r>
          </a:p>
          <a:p>
            <a:r>
              <a:t>Влияние государства</a:t>
            </a:r>
          </a:p>
          <a:p>
            <a:r>
              <a:t>Ограниченный доступ к капиталу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Влияние</a:t>
            </a:r>
            <a:r>
              <a:rPr dirty="0"/>
              <a:t> </a:t>
            </a:r>
            <a:r>
              <a:rPr dirty="0" err="1"/>
              <a:t>санкций</a:t>
            </a:r>
            <a:endParaRPr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Ограничение доступа к зарубежным финансовым инструментам и рынкам капитала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Снижение ликвидности валютного рынка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Заморозка части валютных резервов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Переориентация на альтернативные валюты и партнеров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Дедолларизация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Снижение доли доллара США в международных расчетах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Рост использования национальных валют (рубль, юань)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Развитие двусторонних расчетов без участия доллара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Усиление финансового суверенитета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Роль Центрального банка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Установление ключевой ставки, влияющей на курс рубля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Проведение валютных интервенций для сглаживания колебаний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Введение валютных ограничений при необходимости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Контроль за движением капитала и финансовой стабильностью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Цифровизация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Развитие онлайн-платформ и электронных торгов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Введение цифрового рубля как новой формы денег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Ускорение и удешевление международных переводов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Повышение прозрачности операций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Валютные резервы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Увеличение доли золота как надежного актива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Снижение доли доллара США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Рост доли альтернативных валют (юань, евро, другие)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Диверсификация резервов для снижения рисков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Роль Азии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Увеличение расчетов в китайских юанях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Активное развитие торговых отношений с Азией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Формирование новых финансовых связей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Снижение зависимости от западных рынков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Волатильность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Сильное влияние мировых цен на нефть и газ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Геополитическая нестабильность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Действия инвесторов и спекулятивные операции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Влияние внутренней экономической политики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Перспективы</a:t>
            </a:r>
            <a:endParaRPr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457200" y="1878023"/>
            <a:ext cx="722704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Дальнейшая дедолларизация экономики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Укрепление роли рубля в международных расчетах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Развитие цифровых валют и финансовых технологий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Расширение сотрудничества с дружественными странами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Валютный рынок России находится в стадии глубокой трансформации. Основные тенденции направлены на повышение устойчивости экономики, снижение зависимости от внешних факторов и развитие новых финансовых инструментов. В будущем ожидается усиление роли национальной валюты и дальнейшая интеграция с азиатскими рынками.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304</Words>
  <Application>Microsoft Office PowerPoint</Application>
  <PresentationFormat>Экран (4:3)</PresentationFormat>
  <Paragraphs>58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Современные тенденции валютного рынка России</vt:lpstr>
      <vt:lpstr>Введение</vt:lpstr>
      <vt:lpstr>Основные функции валютного рынка</vt:lpstr>
      <vt:lpstr>Особенности рынка России</vt:lpstr>
      <vt:lpstr>Влияние санкций</vt:lpstr>
      <vt:lpstr>Дедолларизация</vt:lpstr>
      <vt:lpstr>Роль Центрального банка</vt:lpstr>
      <vt:lpstr>Цифровизация</vt:lpstr>
      <vt:lpstr>Валютные резервы</vt:lpstr>
      <vt:lpstr>Роль Азии</vt:lpstr>
      <vt:lpstr>Волатильность</vt:lpstr>
      <vt:lpstr>Перспективы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Современные тенденции валютного рынка России</dc:title>
  <dc:subject/>
  <dc:creator/>
  <cp:keywords/>
  <dc:description>generated using python-pptx</dc:description>
  <cp:lastModifiedBy>Илья Меркулов</cp:lastModifiedBy>
  <cp:revision>3</cp:revision>
  <dcterms:created xsi:type="dcterms:W3CDTF">2013-01-27T09:14:16Z</dcterms:created>
  <dcterms:modified xsi:type="dcterms:W3CDTF">2026-03-17T06:31:27Z</dcterms:modified>
  <cp:category/>
</cp:coreProperties>
</file>