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B16B8-7D22-4884-8660-611A228BB5DD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5157D4-C4DF-4C7B-871C-83182FC3A5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7377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5157D4-C4DF-4C7B-871C-83182FC3A59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72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D3E8BD-CCC0-45B6-B941-CE56C204E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CDA7CF2-5EA9-4A8D-BAAC-B2050ECDA7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840FC8-DB27-46F0-A77C-754488AB1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C79193-A42C-4865-AD41-7CEDAEB27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D3A4E7-226C-4741-BA1A-9E2458D0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736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8FDE2B-FEBC-45C9-9ACD-BF90E6030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FD2CB5-C89C-436A-B7FA-2E978DC75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E86DCE-676A-4ABA-9B97-C5731C14B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F989D8-7AA6-4F93-85CC-A6227E35B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19F5BE-042B-4CAB-94DF-2FCBBE9DC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24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A1347-C17D-49C2-8B7B-6DEF24C4A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6A21708-8D35-4565-88B0-6D474084B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D699C-EA08-4405-AE43-C7A8BBCD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2DB970-EA33-4631-A936-EDF41D6E9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EED6D1-A41B-4491-B513-3FFC49146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860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F68249-7196-40C5-973F-6A16C24A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92D86A-ECE1-41B1-97D5-D1CCA1011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120C21-B99E-4A8D-ADA7-8359C51EE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F69F90-D61D-430F-9766-E2BA8EA0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37E34D-817D-400F-9627-261F2AA85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13F370-AADE-4DC0-B802-916A5222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9350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296CE-8BBE-4E6F-9B4B-7A09DEC2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93B2DD9-BB1C-4019-A4AE-FA15B713F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0020EB-C0BD-4FB6-A9A2-B70625240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1A1EFB-0E55-4130-BC63-05305DC0B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88A28BE-5DCC-47B7-841D-7DFE71EE39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3D4F0D0-F2E5-4DD7-8D6A-50931E7EF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448F77E-BD5B-4B1E-BAE3-EB567C9BA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369488F-A05B-408D-ACDF-B06C73A41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09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14DFA1-BE52-41F6-AC62-0DD3A8143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70276EF-44CF-4AF6-87A4-9C42483BE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BC1F0E6-A9A2-415F-B676-A01F3CA9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6E9AC8E-507E-46E8-BCAD-764D68C6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604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91DF30D-3EFB-4D37-BE9B-9D561CFA7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CF85FE9-1311-4042-A3E9-EB6649F08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729CA8-7840-49BF-8F40-282E2A13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20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F535D-CBF8-4505-9A64-35885B7C6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BBD3A0-ECE3-4454-9D9B-367AD8119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CC6F77-9F9D-4F70-9979-A4744DDAFD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E99326-B9E2-41ED-8D97-150EE2969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06D12A-4122-4A34-A656-5B6667852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00BAF0-00F7-4A27-AE50-8BB58F70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009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6E66B3-FFAE-4315-A22B-0FB5E382B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044F3B-38A6-4B30-8C98-43A3E1786E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315E05-C9AC-47A1-B827-7B8BBFDA24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E50AF7-5705-49AD-B41A-4E2BCF593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7231AD-056B-4D5D-969D-CEBDF11E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31D6B09-CD05-4297-B4F0-D75C7F28E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13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F2E28-FA7B-4CF0-AC4F-C8E932183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553561-4912-4178-BC3E-D6611BC86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DC74FF-8363-4497-A6D6-E7074678C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27A042-FD1D-476F-9F7B-34C1D23E7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F0F0AA-7486-4FDC-9BD4-09710DFF8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976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E56376-D4A5-4E5E-ACA1-30366118D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C2486C4-DBCE-4DD8-A47D-B5776CA76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67A54A-C9B1-491F-8FFF-43DE193D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59DDEB3-12D1-49E3-8801-2201BF2B8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C62C88-7F5D-48A2-A504-6F24BA4F9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837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62D92C-1321-4B7D-AC96-34B4DA6E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A7956D-ADDB-4B76-98C7-FBC0F0917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39DB45A-A7F9-4142-9D34-ABCD5FEFA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7D3B7-8727-4E5A-8BEA-E87F02D57DEA}" type="datetimeFigureOut">
              <a:rPr lang="ru-RU" smtClean="0"/>
              <a:t>06.04.2026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9F24C4-EA2D-4CAE-B870-B84679568B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FDE072-38A7-442A-AD36-54D9A2432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905DE-7333-4B3A-97A7-353F1CD9EF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541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70210C4-CB9F-4A9B-AEC7-C1A17DD85E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r>
              <a:rPr lang="ru-RU" dirty="0"/>
              <a:t>Моделирование потоков работ в нотации IDEF3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E2FB7609-6B68-43FF-B492-066819D83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95344"/>
            <a:ext cx="9144000" cy="1162455"/>
          </a:xfrm>
        </p:spPr>
        <p:txBody>
          <a:bodyPr/>
          <a:lstStyle/>
          <a:p>
            <a:r>
              <a:rPr lang="ru-RU" dirty="0"/>
              <a:t>Михайлов И. Р 3-22ПИ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E652F1-AE16-487B-B3BA-EEF77581ECF0}"/>
              </a:ext>
            </a:extLst>
          </p:cNvPr>
          <p:cNvSpPr txBox="1"/>
          <p:nvPr/>
        </p:nvSpPr>
        <p:spPr>
          <a:xfrm>
            <a:off x="3892685" y="3509963"/>
            <a:ext cx="4406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Проектирование информационных систем</a:t>
            </a:r>
          </a:p>
        </p:txBody>
      </p:sp>
    </p:spTree>
    <p:extLst>
      <p:ext uri="{BB962C8B-B14F-4D97-AF65-F5344CB8AC3E}">
        <p14:creationId xmlns:p14="http://schemas.microsoft.com/office/powerpoint/2010/main" val="1165055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41A1E-AF23-442E-B337-E6AC7F76C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</a:t>
            </a:r>
            <a:r>
              <a:rPr lang="en-US" dirty="0"/>
              <a:t>IDEF3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5DEEEF-771C-4BF7-99DE-42F10610A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IDEF3 — методология моделирования и стандарт документирования процессов, происходящих в системе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dirty="0"/>
              <a:t>Используется для описания работы системы</a:t>
            </a:r>
          </a:p>
          <a:p>
            <a:r>
              <a:rPr lang="ru-RU" dirty="0"/>
              <a:t>Показывает причинно-следственные связи</a:t>
            </a:r>
          </a:p>
          <a:p>
            <a:r>
              <a:rPr lang="ru-RU" dirty="0"/>
              <a:t>Показывает, как процесс реально выполняется (а не как должен)</a:t>
            </a:r>
          </a:p>
          <a:p>
            <a:r>
              <a:rPr lang="ru-RU" dirty="0"/>
              <a:t>Описывает сценарии выполнения процесса</a:t>
            </a:r>
          </a:p>
        </p:txBody>
      </p:sp>
    </p:spTree>
    <p:extLst>
      <p:ext uri="{BB962C8B-B14F-4D97-AF65-F5344CB8AC3E}">
        <p14:creationId xmlns:p14="http://schemas.microsoft.com/office/powerpoint/2010/main" val="1040610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96F68-7A26-42DC-8327-C7C76CDE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элементы </a:t>
            </a:r>
            <a:r>
              <a:rPr lang="en-US" dirty="0"/>
              <a:t>IDEF3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1B009CA-8FCF-49DD-9B54-5C5ACBE29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1825869" cy="10762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040BA9-D708-4936-A9C6-B68EC6D4A6F8}"/>
              </a:ext>
            </a:extLst>
          </p:cNvPr>
          <p:cNvSpPr txBox="1"/>
          <p:nvPr/>
        </p:nvSpPr>
        <p:spPr>
          <a:xfrm>
            <a:off x="3358662" y="1966684"/>
            <a:ext cx="560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Блок действия, отдельный шаг процесса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DD23D5-04F8-418B-95D6-95786FC147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97"/>
          <a:stretch/>
        </p:blipFill>
        <p:spPr>
          <a:xfrm>
            <a:off x="989417" y="3143210"/>
            <a:ext cx="1196571" cy="5715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4FC932E-B1D9-4F28-807D-FC8AA384B8B4}"/>
              </a:ext>
            </a:extLst>
          </p:cNvPr>
          <p:cNvSpPr txBox="1"/>
          <p:nvPr/>
        </p:nvSpPr>
        <p:spPr>
          <a:xfrm>
            <a:off x="3358662" y="3244334"/>
            <a:ext cx="4299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Связи, показывают порядок выполнения 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F0D0AE5-D633-4B1A-BAB0-3EB0220F1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417" y="4051370"/>
            <a:ext cx="1446138" cy="13105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2559E7-63B3-4BDE-AABE-C5C2557C2E71}"/>
              </a:ext>
            </a:extLst>
          </p:cNvPr>
          <p:cNvSpPr txBox="1"/>
          <p:nvPr/>
        </p:nvSpPr>
        <p:spPr>
          <a:xfrm>
            <a:off x="3358662" y="4521984"/>
            <a:ext cx="4835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Развилки (</a:t>
            </a:r>
            <a:r>
              <a:rPr lang="en-US" dirty="0"/>
              <a:t>AND</a:t>
            </a:r>
            <a:r>
              <a:rPr lang="ru-RU" dirty="0"/>
              <a:t>, </a:t>
            </a:r>
            <a:r>
              <a:rPr lang="en-US" dirty="0"/>
              <a:t>OR, XOR</a:t>
            </a:r>
            <a:r>
              <a:rPr lang="ru-RU" dirty="0"/>
              <a:t>), логика ветвления</a:t>
            </a:r>
          </a:p>
        </p:txBody>
      </p:sp>
    </p:spTree>
    <p:extLst>
      <p:ext uri="{BB962C8B-B14F-4D97-AF65-F5344CB8AC3E}">
        <p14:creationId xmlns:p14="http://schemas.microsoft.com/office/powerpoint/2010/main" val="4115020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F08AC4-DA0E-4F5A-9536-0A4E48575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523" y="365125"/>
            <a:ext cx="11473962" cy="1325563"/>
          </a:xfrm>
        </p:spPr>
        <p:txBody>
          <a:bodyPr>
            <a:normAutofit/>
          </a:bodyPr>
          <a:lstStyle/>
          <a:p>
            <a:r>
              <a:rPr lang="ru-RU" sz="3600" dirty="0"/>
              <a:t>Пример «Проверка вводимых данных в нотации IDEF3»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1606B5E-49CB-49E4-B9E6-FCA6543CE8A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331" y="1690688"/>
            <a:ext cx="8833338" cy="51406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60102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E18860-19F9-4A43-957E-C6DEF2B1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«Покупка билета в нотации IDEF3»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6E07894-186A-4711-B7AC-834AE7988DF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8200" y="1690688"/>
            <a:ext cx="10013508" cy="4002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602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3360C-CAFB-40C3-8EBE-A7ED81F7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Где применяются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D833D2-1AB9-449E-9144-AA8A9FCDE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Бизнес-процессы, описание работы компании (заказы, обслуживание клиентов)</a:t>
            </a:r>
          </a:p>
          <a:p>
            <a:r>
              <a:rPr lang="ru-RU" dirty="0"/>
              <a:t>Анализ работы компании, выявление ошибок и узких мест в процессах</a:t>
            </a:r>
          </a:p>
          <a:p>
            <a:r>
              <a:rPr lang="ru-RU" dirty="0"/>
              <a:t>Оптимизация процессов, улучшение эффективности и сокращение времени выполнения</a:t>
            </a:r>
          </a:p>
          <a:p>
            <a:r>
              <a:rPr lang="en-US" dirty="0"/>
              <a:t>IT </a:t>
            </a:r>
            <a:r>
              <a:rPr lang="ru-RU" dirty="0"/>
              <a:t>и системный анализ, моделирование работы информационных систем</a:t>
            </a:r>
          </a:p>
          <a:p>
            <a:r>
              <a:rPr lang="ru-RU" dirty="0"/>
              <a:t>Документирование процессов, фиксация того, как реально выполняется процесс</a:t>
            </a:r>
          </a:p>
        </p:txBody>
      </p:sp>
    </p:spTree>
    <p:extLst>
      <p:ext uri="{BB962C8B-B14F-4D97-AF65-F5344CB8AC3E}">
        <p14:creationId xmlns:p14="http://schemas.microsoft.com/office/powerpoint/2010/main" val="427437778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146</Words>
  <Application>Microsoft Office PowerPoint</Application>
  <PresentationFormat>Широкоэкранный</PresentationFormat>
  <Paragraphs>23</Paragraphs>
  <Slides>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Моделирование потоков работ в нотации IDEF3</vt:lpstr>
      <vt:lpstr>Понятие IDEF3</vt:lpstr>
      <vt:lpstr>Основные элементы IDEF3</vt:lpstr>
      <vt:lpstr>Пример «Проверка вводимых данных в нотации IDEF3»</vt:lpstr>
      <vt:lpstr>Пример «Покупка билета в нотации IDEF3»</vt:lpstr>
      <vt:lpstr>Где применяются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потоков работ в нотации IDEF3</dc:title>
  <dc:creator>Ontirabon</dc:creator>
  <cp:lastModifiedBy>Ontirabon</cp:lastModifiedBy>
  <cp:revision>9</cp:revision>
  <dcterms:created xsi:type="dcterms:W3CDTF">2026-04-06T07:47:35Z</dcterms:created>
  <dcterms:modified xsi:type="dcterms:W3CDTF">2026-04-06T08:05:58Z</dcterms:modified>
</cp:coreProperties>
</file>