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2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15.xml.rels" ContentType="application/vnd.openxmlformats-package.relationships+xml"/>
  <Override PartName="/ppt/slideLayouts/_rels/slideLayout23.xml.rels" ContentType="application/vnd.openxmlformats-package.relationships+xml"/>
  <Override PartName="/ppt/slideLayouts/_rels/slideLayout16.xml.rels" ContentType="application/vnd.openxmlformats-package.relationships+xml"/>
  <Override PartName="/ppt/slideLayouts/_rels/slideLayout24.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21.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20.xml.rels" ContentType="application/vnd.openxmlformats-package.relationships+xml"/>
  <Override PartName="/ppt/slideLayouts/_rels/slideLayout11.xml.rels" ContentType="application/vnd.openxmlformats-package.relationships+xml"/>
  <Override PartName="/ppt/slideLayouts/_rels/slideLayout7.xml.rels" ContentType="application/vnd.openxmlformats-package.relationships+xml"/>
  <Override PartName="/ppt/slideLayouts/_rels/slideLayout10.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xml.rels" ContentType="application/vnd.openxmlformats-package.relationships+xml"/>
  <Override PartName="/ppt/slideLayouts/slideLayout17.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16.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_rels/slide12.xml.rels" ContentType="application/vnd.openxmlformats-package.relationships+xml"/>
  <Override PartName="/ppt/slides/_rels/slide20.xml.rels" ContentType="application/vnd.openxmlformats-package.relationships+xml"/>
  <Override PartName="/ppt/slides/_rels/slide11.xml.rels" ContentType="application/vnd.openxmlformats-package.relationships+xml"/>
  <Override PartName="/ppt/slides/_rels/slide10.xml.rels" ContentType="application/vnd.openxmlformats-package.relationships+xml"/>
  <Override PartName="/ppt/slides/_rels/slide1.xml.rels" ContentType="application/vnd.openxmlformats-package.relationships+xml"/>
  <Override PartName="/ppt/slides/_rels/slide21.xml.rels" ContentType="application/vnd.openxmlformats-package.relationships+xml"/>
  <Override PartName="/ppt/slides/_rels/slide13.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19.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5.xml.rels" ContentType="application/vnd.openxmlformats-package.relationships+xml"/>
  <Override PartName="/ppt/slides/_rels/slide17.xml.rels" ContentType="application/vnd.openxmlformats-package.relationships+xml"/>
  <Override PartName="/ppt/slides/_rels/slide4.xml.rels" ContentType="application/vnd.openxmlformats-package.relationships+xml"/>
  <Override PartName="/ppt/slides/_rels/slide16.xml.rels" ContentType="application/vnd.openxmlformats-package.relationships+xml"/>
  <Override PartName="/ppt/slides/_rels/slide15.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4.xml.rels" ContentType="application/vnd.openxmlformats-package.relationships+xml"/>
  <Override PartName="/ppt/slides/slide11.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498E993-A82E-4821-83CA-D62A08C23027}" type="slidenum">
              <a:t>&lt;#&gt;</a:t>
            </a:fld>
          </a:p>
        </p:txBody>
      </p:sp>
      <p:sp>
        <p:nvSpPr>
          <p:cNvPr id="4" name="PlaceHolder 3"/>
          <p:cNvSpPr>
            <a:spLocks noGrp="1"/>
          </p:cNvSpPr>
          <p:nvPr>
            <p:ph type="dt" idx="1"/>
          </p:nvPr>
        </p:nvSpPr>
        <p:spPr/>
        <p:txBody>
          <a:bodyPr/>
          <a:p>
            <a:r>
              <a:rPr lang="ru-RU"/>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10" name="PlaceHolder 2"/>
          <p:cNvSpPr>
            <a:spLocks noGrp="1"/>
          </p:cNvSpPr>
          <p:nvPr>
            <p:ph type="subTitle"/>
          </p:nvPr>
        </p:nvSpPr>
        <p:spPr>
          <a:xfrm>
            <a:off x="1371600" y="2286000"/>
            <a:ext cx="9600840" cy="3580920"/>
          </a:xfrm>
          <a:prstGeom prst="rect">
            <a:avLst/>
          </a:prstGeom>
          <a:noFill/>
          <a:ln w="0">
            <a:noFill/>
          </a:ln>
        </p:spPr>
        <p:txBody>
          <a:bodyPr lIns="0" rIns="0" tIns="0" bIns="0" anchor="ctr">
            <a:noAutofit/>
          </a:bodyPr>
          <a:p>
            <a:pPr indent="0" algn="ctr">
              <a:buNone/>
            </a:pPr>
            <a:endParaRPr b="0" lang="ru-RU"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EDCBD11-17EF-454D-AD2C-EC9BDBFFF4AA}" type="slidenum">
              <a:t>&lt;#&gt;</a:t>
            </a:fld>
          </a:p>
        </p:txBody>
      </p:sp>
      <p:sp>
        <p:nvSpPr>
          <p:cNvPr id="6" name="PlaceHolder 5"/>
          <p:cNvSpPr>
            <a:spLocks noGrp="1"/>
          </p:cNvSpPr>
          <p:nvPr>
            <p:ph type="dt" idx="1"/>
          </p:nvPr>
        </p:nvSpPr>
        <p:spPr/>
        <p:txBody>
          <a:bodyPr/>
          <a:p>
            <a:r>
              <a:rPr lang="ru-RU"/>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12" name="PlaceHolder 2"/>
          <p:cNvSpPr>
            <a:spLocks noGrp="1"/>
          </p:cNvSpPr>
          <p:nvPr>
            <p:ph/>
          </p:nvPr>
        </p:nvSpPr>
        <p:spPr>
          <a:xfrm>
            <a:off x="1371600" y="2286000"/>
            <a:ext cx="96008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6CDD133-D9E3-47C4-A073-48C2C59E7F0F}" type="slidenum">
              <a:t>&lt;#&gt;</a:t>
            </a:fld>
          </a:p>
        </p:txBody>
      </p:sp>
      <p:sp>
        <p:nvSpPr>
          <p:cNvPr id="6" name="PlaceHolder 5"/>
          <p:cNvSpPr>
            <a:spLocks noGrp="1"/>
          </p:cNvSpPr>
          <p:nvPr>
            <p:ph type="dt" idx="1"/>
          </p:nvPr>
        </p:nvSpPr>
        <p:spPr/>
        <p:txBody>
          <a:bodyPr/>
          <a:p>
            <a:r>
              <a:rPr lang="ru-RU"/>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14" name="PlaceHolder 2"/>
          <p:cNvSpPr>
            <a:spLocks noGrp="1"/>
          </p:cNvSpPr>
          <p:nvPr>
            <p:ph/>
          </p:nvPr>
        </p:nvSpPr>
        <p:spPr>
          <a:xfrm>
            <a:off x="1371600" y="2286000"/>
            <a:ext cx="46850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15" name="PlaceHolder 3"/>
          <p:cNvSpPr>
            <a:spLocks noGrp="1"/>
          </p:cNvSpPr>
          <p:nvPr>
            <p:ph/>
          </p:nvPr>
        </p:nvSpPr>
        <p:spPr>
          <a:xfrm>
            <a:off x="6291360" y="2286000"/>
            <a:ext cx="46850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05EA577-A73F-4A8F-B9EC-0D49ECEE1629}" type="slidenum">
              <a:t>&lt;#&gt;</a:t>
            </a:fld>
          </a:p>
        </p:txBody>
      </p:sp>
      <p:sp>
        <p:nvSpPr>
          <p:cNvPr id="7" name="PlaceHolder 6"/>
          <p:cNvSpPr>
            <a:spLocks noGrp="1"/>
          </p:cNvSpPr>
          <p:nvPr>
            <p:ph type="dt" idx="1"/>
          </p:nvPr>
        </p:nvSpPr>
        <p:spPr/>
        <p:txBody>
          <a:bodyPr/>
          <a:p>
            <a:r>
              <a:rPr lang="ru-RU"/>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C27CCDE2-8025-4C47-88C1-A4EBCEAA0BC8}" type="slidenum">
              <a:t>&lt;#&gt;</a:t>
            </a:fld>
          </a:p>
        </p:txBody>
      </p:sp>
      <p:sp>
        <p:nvSpPr>
          <p:cNvPr id="5" name="PlaceHolder 4"/>
          <p:cNvSpPr>
            <a:spLocks noGrp="1"/>
          </p:cNvSpPr>
          <p:nvPr>
            <p:ph type="dt" idx="1"/>
          </p:nvPr>
        </p:nvSpPr>
        <p:spPr/>
        <p:txBody>
          <a:bodyPr/>
          <a:p>
            <a:r>
              <a:rPr lang="ru-RU"/>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1371600" y="685800"/>
            <a:ext cx="9600840" cy="6888240"/>
          </a:xfrm>
          <a:prstGeom prst="rect">
            <a:avLst/>
          </a:prstGeom>
          <a:noFill/>
          <a:ln w="0">
            <a:noFill/>
          </a:ln>
        </p:spPr>
        <p:txBody>
          <a:bodyPr lIns="0" rIns="0" tIns="0" bIns="0" anchor="ctr">
            <a:noAutofit/>
          </a:bodyPr>
          <a:p>
            <a:pPr algn="ctr"/>
            <a:endParaRPr b="0" lang="ru-RU" sz="32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BD74307-9236-41FE-8F64-B3C6408CF45E}" type="slidenum">
              <a:t>&lt;#&gt;</a:t>
            </a:fld>
          </a:p>
        </p:txBody>
      </p:sp>
      <p:sp>
        <p:nvSpPr>
          <p:cNvPr id="5" name="PlaceHolder 4"/>
          <p:cNvSpPr>
            <a:spLocks noGrp="1"/>
          </p:cNvSpPr>
          <p:nvPr>
            <p:ph type="dt" idx="1"/>
          </p:nvPr>
        </p:nvSpPr>
        <p:spPr/>
        <p:txBody>
          <a:bodyPr/>
          <a:p>
            <a:r>
              <a:rPr lang="ru-RU"/>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19" name="PlaceHolder 2"/>
          <p:cNvSpPr>
            <a:spLocks noGrp="1"/>
          </p:cNvSpPr>
          <p:nvPr>
            <p:ph/>
          </p:nvPr>
        </p:nvSpPr>
        <p:spPr>
          <a:xfrm>
            <a:off x="137160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20" name="PlaceHolder 3"/>
          <p:cNvSpPr>
            <a:spLocks noGrp="1"/>
          </p:cNvSpPr>
          <p:nvPr>
            <p:ph/>
          </p:nvPr>
        </p:nvSpPr>
        <p:spPr>
          <a:xfrm>
            <a:off x="6291360" y="2286000"/>
            <a:ext cx="46850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21" name="PlaceHolder 4"/>
          <p:cNvSpPr>
            <a:spLocks noGrp="1"/>
          </p:cNvSpPr>
          <p:nvPr>
            <p:ph/>
          </p:nvPr>
        </p:nvSpPr>
        <p:spPr>
          <a:xfrm>
            <a:off x="1371600" y="415656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0C8F1C4E-1E36-4F37-BC21-94B30ABE841D}" type="slidenum">
              <a:t>&lt;#&gt;</a:t>
            </a:fld>
          </a:p>
        </p:txBody>
      </p:sp>
      <p:sp>
        <p:nvSpPr>
          <p:cNvPr id="8" name="PlaceHolder 7"/>
          <p:cNvSpPr>
            <a:spLocks noGrp="1"/>
          </p:cNvSpPr>
          <p:nvPr>
            <p:ph type="dt" idx="1"/>
          </p:nvPr>
        </p:nvSpPr>
        <p:spPr/>
        <p:txBody>
          <a:bodyPr/>
          <a:p>
            <a:r>
              <a:rPr lang="ru-RU"/>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23" name="PlaceHolder 2"/>
          <p:cNvSpPr>
            <a:spLocks noGrp="1"/>
          </p:cNvSpPr>
          <p:nvPr>
            <p:ph/>
          </p:nvPr>
        </p:nvSpPr>
        <p:spPr>
          <a:xfrm>
            <a:off x="1371600" y="2286000"/>
            <a:ext cx="46850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24" name="PlaceHolder 3"/>
          <p:cNvSpPr>
            <a:spLocks noGrp="1"/>
          </p:cNvSpPr>
          <p:nvPr>
            <p:ph/>
          </p:nvPr>
        </p:nvSpPr>
        <p:spPr>
          <a:xfrm>
            <a:off x="629136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25" name="PlaceHolder 4"/>
          <p:cNvSpPr>
            <a:spLocks noGrp="1"/>
          </p:cNvSpPr>
          <p:nvPr>
            <p:ph/>
          </p:nvPr>
        </p:nvSpPr>
        <p:spPr>
          <a:xfrm>
            <a:off x="6291360" y="415656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06BE4604-BEA5-4528-A3F1-E50DA1A07DA5}" type="slidenum">
              <a:t>&lt;#&gt;</a:t>
            </a:fld>
          </a:p>
        </p:txBody>
      </p:sp>
      <p:sp>
        <p:nvSpPr>
          <p:cNvPr id="8" name="PlaceHolder 7"/>
          <p:cNvSpPr>
            <a:spLocks noGrp="1"/>
          </p:cNvSpPr>
          <p:nvPr>
            <p:ph type="dt" idx="1"/>
          </p:nvPr>
        </p:nvSpPr>
        <p:spPr/>
        <p:txBody>
          <a:bodyPr/>
          <a:p>
            <a:r>
              <a:rPr lang="ru-RU"/>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27" name="PlaceHolder 2"/>
          <p:cNvSpPr>
            <a:spLocks noGrp="1"/>
          </p:cNvSpPr>
          <p:nvPr>
            <p:ph/>
          </p:nvPr>
        </p:nvSpPr>
        <p:spPr>
          <a:xfrm>
            <a:off x="137160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28" name="PlaceHolder 3"/>
          <p:cNvSpPr>
            <a:spLocks noGrp="1"/>
          </p:cNvSpPr>
          <p:nvPr>
            <p:ph/>
          </p:nvPr>
        </p:nvSpPr>
        <p:spPr>
          <a:xfrm>
            <a:off x="629136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29" name="PlaceHolder 4"/>
          <p:cNvSpPr>
            <a:spLocks noGrp="1"/>
          </p:cNvSpPr>
          <p:nvPr>
            <p:ph/>
          </p:nvPr>
        </p:nvSpPr>
        <p:spPr>
          <a:xfrm>
            <a:off x="1371600" y="4156560"/>
            <a:ext cx="96008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BE7F178-EB72-4F16-97D9-730DC251E17C}" type="slidenum">
              <a:t>&lt;#&gt;</a:t>
            </a:fld>
          </a:p>
        </p:txBody>
      </p:sp>
      <p:sp>
        <p:nvSpPr>
          <p:cNvPr id="8" name="PlaceHolder 7"/>
          <p:cNvSpPr>
            <a:spLocks noGrp="1"/>
          </p:cNvSpPr>
          <p:nvPr>
            <p:ph type="dt" idx="1"/>
          </p:nvPr>
        </p:nvSpPr>
        <p:spPr/>
        <p:txBody>
          <a:bodyPr/>
          <a:p>
            <a:r>
              <a:rPr lang="ru-RU"/>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31" name="PlaceHolder 2"/>
          <p:cNvSpPr>
            <a:spLocks noGrp="1"/>
          </p:cNvSpPr>
          <p:nvPr>
            <p:ph/>
          </p:nvPr>
        </p:nvSpPr>
        <p:spPr>
          <a:xfrm>
            <a:off x="1371600" y="2286000"/>
            <a:ext cx="96008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32" name="PlaceHolder 3"/>
          <p:cNvSpPr>
            <a:spLocks noGrp="1"/>
          </p:cNvSpPr>
          <p:nvPr>
            <p:ph/>
          </p:nvPr>
        </p:nvSpPr>
        <p:spPr>
          <a:xfrm>
            <a:off x="1371600" y="4156560"/>
            <a:ext cx="96008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B7F0594-095A-49E1-860F-BFC8AF27D946}" type="slidenum">
              <a:t>&lt;#&gt;</a:t>
            </a:fld>
          </a:p>
        </p:txBody>
      </p:sp>
      <p:sp>
        <p:nvSpPr>
          <p:cNvPr id="7" name="PlaceHolder 6"/>
          <p:cNvSpPr>
            <a:spLocks noGrp="1"/>
          </p:cNvSpPr>
          <p:nvPr>
            <p:ph type="dt" idx="1"/>
          </p:nvPr>
        </p:nvSpPr>
        <p:spPr/>
        <p:txBody>
          <a:bodyPr/>
          <a:p>
            <a:r>
              <a:rPr lang="ru-RU"/>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34" name="PlaceHolder 2"/>
          <p:cNvSpPr>
            <a:spLocks noGrp="1"/>
          </p:cNvSpPr>
          <p:nvPr>
            <p:ph/>
          </p:nvPr>
        </p:nvSpPr>
        <p:spPr>
          <a:xfrm>
            <a:off x="137160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35" name="PlaceHolder 3"/>
          <p:cNvSpPr>
            <a:spLocks noGrp="1"/>
          </p:cNvSpPr>
          <p:nvPr>
            <p:ph/>
          </p:nvPr>
        </p:nvSpPr>
        <p:spPr>
          <a:xfrm>
            <a:off x="629136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36" name="PlaceHolder 4"/>
          <p:cNvSpPr>
            <a:spLocks noGrp="1"/>
          </p:cNvSpPr>
          <p:nvPr>
            <p:ph/>
          </p:nvPr>
        </p:nvSpPr>
        <p:spPr>
          <a:xfrm>
            <a:off x="1371600" y="415656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37" name="PlaceHolder 5"/>
          <p:cNvSpPr>
            <a:spLocks noGrp="1"/>
          </p:cNvSpPr>
          <p:nvPr>
            <p:ph/>
          </p:nvPr>
        </p:nvSpPr>
        <p:spPr>
          <a:xfrm>
            <a:off x="6291360" y="415656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5E46942D-6436-4382-A5E5-AA1E58A6B564}" type="slidenum">
              <a:t>&lt;#&gt;</a:t>
            </a:fld>
          </a:p>
        </p:txBody>
      </p:sp>
      <p:sp>
        <p:nvSpPr>
          <p:cNvPr id="9" name="PlaceHolder 8"/>
          <p:cNvSpPr>
            <a:spLocks noGrp="1"/>
          </p:cNvSpPr>
          <p:nvPr>
            <p:ph type="dt" idx="1"/>
          </p:nvPr>
        </p:nvSpPr>
        <p:spPr/>
        <p:txBody>
          <a:bodyPr/>
          <a:p>
            <a:r>
              <a:rPr lang="ru-RU"/>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39" name="PlaceHolder 2"/>
          <p:cNvSpPr>
            <a:spLocks noGrp="1"/>
          </p:cNvSpPr>
          <p:nvPr>
            <p:ph/>
          </p:nvPr>
        </p:nvSpPr>
        <p:spPr>
          <a:xfrm>
            <a:off x="1371600" y="228600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40" name="PlaceHolder 3"/>
          <p:cNvSpPr>
            <a:spLocks noGrp="1"/>
          </p:cNvSpPr>
          <p:nvPr>
            <p:ph/>
          </p:nvPr>
        </p:nvSpPr>
        <p:spPr>
          <a:xfrm>
            <a:off x="4617720" y="228600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41" name="PlaceHolder 4"/>
          <p:cNvSpPr>
            <a:spLocks noGrp="1"/>
          </p:cNvSpPr>
          <p:nvPr>
            <p:ph/>
          </p:nvPr>
        </p:nvSpPr>
        <p:spPr>
          <a:xfrm>
            <a:off x="7864200" y="228600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42" name="PlaceHolder 5"/>
          <p:cNvSpPr>
            <a:spLocks noGrp="1"/>
          </p:cNvSpPr>
          <p:nvPr>
            <p:ph/>
          </p:nvPr>
        </p:nvSpPr>
        <p:spPr>
          <a:xfrm>
            <a:off x="1371600" y="415656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43" name="PlaceHolder 6"/>
          <p:cNvSpPr>
            <a:spLocks noGrp="1"/>
          </p:cNvSpPr>
          <p:nvPr>
            <p:ph/>
          </p:nvPr>
        </p:nvSpPr>
        <p:spPr>
          <a:xfrm>
            <a:off x="4617720" y="415656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44" name="PlaceHolder 7"/>
          <p:cNvSpPr>
            <a:spLocks noGrp="1"/>
          </p:cNvSpPr>
          <p:nvPr>
            <p:ph/>
          </p:nvPr>
        </p:nvSpPr>
        <p:spPr>
          <a:xfrm>
            <a:off x="7864200" y="415656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04A5D02-8614-4668-886F-DD6AD48CA166}" type="slidenum">
              <a:t>&lt;#&gt;</a:t>
            </a:fld>
          </a:p>
        </p:txBody>
      </p:sp>
      <p:sp>
        <p:nvSpPr>
          <p:cNvPr id="11" name="PlaceHolder 10"/>
          <p:cNvSpPr>
            <a:spLocks noGrp="1"/>
          </p:cNvSpPr>
          <p:nvPr>
            <p:ph type="dt" idx="1"/>
          </p:nvPr>
        </p:nvSpPr>
        <p:spPr/>
        <p:txBody>
          <a:bodyPr/>
          <a:p>
            <a:r>
              <a:rPr lang="ru-RU"/>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3DAFF940-7514-467D-A191-3C14B1846B5E}" type="slidenum">
              <a:t>&lt;#&gt;</a:t>
            </a:fld>
          </a:p>
        </p:txBody>
      </p:sp>
      <p:sp>
        <p:nvSpPr>
          <p:cNvPr id="4" name="PlaceHolder 3"/>
          <p:cNvSpPr>
            <a:spLocks noGrp="1"/>
          </p:cNvSpPr>
          <p:nvPr>
            <p:ph type="dt" idx="4"/>
          </p:nvPr>
        </p:nvSpPr>
        <p:spPr/>
        <p:txBody>
          <a:bodyPr/>
          <a:p>
            <a:r>
              <a:rPr lang="ru-RU"/>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52" name="PlaceHolder 2"/>
          <p:cNvSpPr>
            <a:spLocks noGrp="1"/>
          </p:cNvSpPr>
          <p:nvPr>
            <p:ph type="subTitle"/>
          </p:nvPr>
        </p:nvSpPr>
        <p:spPr>
          <a:xfrm>
            <a:off x="1371600" y="2286000"/>
            <a:ext cx="9600840" cy="3580920"/>
          </a:xfrm>
          <a:prstGeom prst="rect">
            <a:avLst/>
          </a:prstGeom>
          <a:noFill/>
          <a:ln w="0">
            <a:noFill/>
          </a:ln>
        </p:spPr>
        <p:txBody>
          <a:bodyPr lIns="0" rIns="0" tIns="0" bIns="0" anchor="ctr">
            <a:noAutofit/>
          </a:bodyPr>
          <a:p>
            <a:pPr indent="0" algn="ctr">
              <a:buNone/>
            </a:pPr>
            <a:endParaRPr b="0" lang="ru-RU" sz="32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2E007D2-233B-4447-BD6B-5F9F443AD6EC}" type="slidenum">
              <a:t>&lt;#&gt;</a:t>
            </a:fld>
          </a:p>
        </p:txBody>
      </p:sp>
      <p:sp>
        <p:nvSpPr>
          <p:cNvPr id="6" name="PlaceHolder 5"/>
          <p:cNvSpPr>
            <a:spLocks noGrp="1"/>
          </p:cNvSpPr>
          <p:nvPr>
            <p:ph type="dt" idx="4"/>
          </p:nvPr>
        </p:nvSpPr>
        <p:spPr/>
        <p:txBody>
          <a:bodyPr/>
          <a:p>
            <a:r>
              <a:rPr lang="ru-RU"/>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54" name="PlaceHolder 2"/>
          <p:cNvSpPr>
            <a:spLocks noGrp="1"/>
          </p:cNvSpPr>
          <p:nvPr>
            <p:ph/>
          </p:nvPr>
        </p:nvSpPr>
        <p:spPr>
          <a:xfrm>
            <a:off x="1371600" y="2286000"/>
            <a:ext cx="96008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6609BBA-91C9-44F6-94B2-677BD9713AAF}" type="slidenum">
              <a:t>&lt;#&gt;</a:t>
            </a:fld>
          </a:p>
        </p:txBody>
      </p:sp>
      <p:sp>
        <p:nvSpPr>
          <p:cNvPr id="6" name="PlaceHolder 5"/>
          <p:cNvSpPr>
            <a:spLocks noGrp="1"/>
          </p:cNvSpPr>
          <p:nvPr>
            <p:ph type="dt" idx="4"/>
          </p:nvPr>
        </p:nvSpPr>
        <p:spPr/>
        <p:txBody>
          <a:bodyPr/>
          <a:p>
            <a:r>
              <a:rPr lang="ru-RU"/>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56" name="PlaceHolder 2"/>
          <p:cNvSpPr>
            <a:spLocks noGrp="1"/>
          </p:cNvSpPr>
          <p:nvPr>
            <p:ph/>
          </p:nvPr>
        </p:nvSpPr>
        <p:spPr>
          <a:xfrm>
            <a:off x="1371600" y="2286000"/>
            <a:ext cx="46850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57" name="PlaceHolder 3"/>
          <p:cNvSpPr>
            <a:spLocks noGrp="1"/>
          </p:cNvSpPr>
          <p:nvPr>
            <p:ph/>
          </p:nvPr>
        </p:nvSpPr>
        <p:spPr>
          <a:xfrm>
            <a:off x="6291360" y="2286000"/>
            <a:ext cx="46850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6C517961-19A9-4F1F-B3A4-E880872F860F}" type="slidenum">
              <a:t>&lt;#&gt;</a:t>
            </a:fld>
          </a:p>
        </p:txBody>
      </p:sp>
      <p:sp>
        <p:nvSpPr>
          <p:cNvPr id="7" name="PlaceHolder 6"/>
          <p:cNvSpPr>
            <a:spLocks noGrp="1"/>
          </p:cNvSpPr>
          <p:nvPr>
            <p:ph type="dt" idx="4"/>
          </p:nvPr>
        </p:nvSpPr>
        <p:spPr/>
        <p:txBody>
          <a:bodyPr/>
          <a:p>
            <a:r>
              <a:rPr lang="ru-RU"/>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983E13B4-9BD2-4D5E-9CF7-4C9F04B9D9D1}" type="slidenum">
              <a:t>&lt;#&gt;</a:t>
            </a:fld>
          </a:p>
        </p:txBody>
      </p:sp>
      <p:sp>
        <p:nvSpPr>
          <p:cNvPr id="5" name="PlaceHolder 4"/>
          <p:cNvSpPr>
            <a:spLocks noGrp="1"/>
          </p:cNvSpPr>
          <p:nvPr>
            <p:ph type="dt" idx="4"/>
          </p:nvPr>
        </p:nvSpPr>
        <p:spPr/>
        <p:txBody>
          <a:bodyPr/>
          <a:p>
            <a:r>
              <a:rPr lang="ru-RU"/>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1371600" y="685800"/>
            <a:ext cx="9600840" cy="6888240"/>
          </a:xfrm>
          <a:prstGeom prst="rect">
            <a:avLst/>
          </a:prstGeom>
          <a:noFill/>
          <a:ln w="0">
            <a:noFill/>
          </a:ln>
        </p:spPr>
        <p:txBody>
          <a:bodyPr lIns="0" rIns="0" tIns="0" bIns="0" anchor="ctr">
            <a:noAutofit/>
          </a:bodyPr>
          <a:p>
            <a:pPr algn="ctr"/>
            <a:endParaRPr b="0" lang="ru-RU" sz="32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F33DCF4E-3728-45D4-9207-F057F5A4878E}" type="slidenum">
              <a:t>&lt;#&gt;</a:t>
            </a:fld>
          </a:p>
        </p:txBody>
      </p:sp>
      <p:sp>
        <p:nvSpPr>
          <p:cNvPr id="5" name="PlaceHolder 4"/>
          <p:cNvSpPr>
            <a:spLocks noGrp="1"/>
          </p:cNvSpPr>
          <p:nvPr>
            <p:ph type="dt" idx="4"/>
          </p:nvPr>
        </p:nvSpPr>
        <p:spPr/>
        <p:txBody>
          <a:bodyPr/>
          <a:p>
            <a:r>
              <a:rPr lang="ru-RU"/>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61" name="PlaceHolder 2"/>
          <p:cNvSpPr>
            <a:spLocks noGrp="1"/>
          </p:cNvSpPr>
          <p:nvPr>
            <p:ph/>
          </p:nvPr>
        </p:nvSpPr>
        <p:spPr>
          <a:xfrm>
            <a:off x="137160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2" name="PlaceHolder 3"/>
          <p:cNvSpPr>
            <a:spLocks noGrp="1"/>
          </p:cNvSpPr>
          <p:nvPr>
            <p:ph/>
          </p:nvPr>
        </p:nvSpPr>
        <p:spPr>
          <a:xfrm>
            <a:off x="6291360" y="2286000"/>
            <a:ext cx="46850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3" name="PlaceHolder 4"/>
          <p:cNvSpPr>
            <a:spLocks noGrp="1"/>
          </p:cNvSpPr>
          <p:nvPr>
            <p:ph/>
          </p:nvPr>
        </p:nvSpPr>
        <p:spPr>
          <a:xfrm>
            <a:off x="1371600" y="415656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BE93FBB-02AF-452E-BA37-21F9D041525A}" type="slidenum">
              <a:t>&lt;#&gt;</a:t>
            </a:fld>
          </a:p>
        </p:txBody>
      </p:sp>
      <p:sp>
        <p:nvSpPr>
          <p:cNvPr id="8" name="PlaceHolder 7"/>
          <p:cNvSpPr>
            <a:spLocks noGrp="1"/>
          </p:cNvSpPr>
          <p:nvPr>
            <p:ph type="dt" idx="4"/>
          </p:nvPr>
        </p:nvSpPr>
        <p:spPr/>
        <p:txBody>
          <a:bodyPr/>
          <a:p>
            <a:r>
              <a:rPr lang="ru-RU"/>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65" name="PlaceHolder 2"/>
          <p:cNvSpPr>
            <a:spLocks noGrp="1"/>
          </p:cNvSpPr>
          <p:nvPr>
            <p:ph/>
          </p:nvPr>
        </p:nvSpPr>
        <p:spPr>
          <a:xfrm>
            <a:off x="1371600" y="2286000"/>
            <a:ext cx="4685040" cy="358092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6" name="PlaceHolder 3"/>
          <p:cNvSpPr>
            <a:spLocks noGrp="1"/>
          </p:cNvSpPr>
          <p:nvPr>
            <p:ph/>
          </p:nvPr>
        </p:nvSpPr>
        <p:spPr>
          <a:xfrm>
            <a:off x="629136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7" name="PlaceHolder 4"/>
          <p:cNvSpPr>
            <a:spLocks noGrp="1"/>
          </p:cNvSpPr>
          <p:nvPr>
            <p:ph/>
          </p:nvPr>
        </p:nvSpPr>
        <p:spPr>
          <a:xfrm>
            <a:off x="6291360" y="415656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D856CA2-A0FC-408B-A773-E32D8405CC77}" type="slidenum">
              <a:t>&lt;#&gt;</a:t>
            </a:fld>
          </a:p>
        </p:txBody>
      </p:sp>
      <p:sp>
        <p:nvSpPr>
          <p:cNvPr id="8" name="PlaceHolder 7"/>
          <p:cNvSpPr>
            <a:spLocks noGrp="1"/>
          </p:cNvSpPr>
          <p:nvPr>
            <p:ph type="dt" idx="4"/>
          </p:nvPr>
        </p:nvSpPr>
        <p:spPr/>
        <p:txBody>
          <a:bodyPr/>
          <a:p>
            <a:r>
              <a:rPr lang="ru-RU"/>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69" name="PlaceHolder 2"/>
          <p:cNvSpPr>
            <a:spLocks noGrp="1"/>
          </p:cNvSpPr>
          <p:nvPr>
            <p:ph/>
          </p:nvPr>
        </p:nvSpPr>
        <p:spPr>
          <a:xfrm>
            <a:off x="137160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70" name="PlaceHolder 3"/>
          <p:cNvSpPr>
            <a:spLocks noGrp="1"/>
          </p:cNvSpPr>
          <p:nvPr>
            <p:ph/>
          </p:nvPr>
        </p:nvSpPr>
        <p:spPr>
          <a:xfrm>
            <a:off x="629136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71" name="PlaceHolder 4"/>
          <p:cNvSpPr>
            <a:spLocks noGrp="1"/>
          </p:cNvSpPr>
          <p:nvPr>
            <p:ph/>
          </p:nvPr>
        </p:nvSpPr>
        <p:spPr>
          <a:xfrm>
            <a:off x="1371600" y="4156560"/>
            <a:ext cx="96008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F481834-7847-4C25-A379-BB2D5D31FB1E}" type="slidenum">
              <a:t>&lt;#&gt;</a:t>
            </a:fld>
          </a:p>
        </p:txBody>
      </p:sp>
      <p:sp>
        <p:nvSpPr>
          <p:cNvPr id="8" name="PlaceHolder 7"/>
          <p:cNvSpPr>
            <a:spLocks noGrp="1"/>
          </p:cNvSpPr>
          <p:nvPr>
            <p:ph type="dt" idx="4"/>
          </p:nvPr>
        </p:nvSpPr>
        <p:spPr/>
        <p:txBody>
          <a:bodyPr/>
          <a:p>
            <a:r>
              <a:rPr lang="ru-RU"/>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73" name="PlaceHolder 2"/>
          <p:cNvSpPr>
            <a:spLocks noGrp="1"/>
          </p:cNvSpPr>
          <p:nvPr>
            <p:ph/>
          </p:nvPr>
        </p:nvSpPr>
        <p:spPr>
          <a:xfrm>
            <a:off x="1371600" y="2286000"/>
            <a:ext cx="96008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74" name="PlaceHolder 3"/>
          <p:cNvSpPr>
            <a:spLocks noGrp="1"/>
          </p:cNvSpPr>
          <p:nvPr>
            <p:ph/>
          </p:nvPr>
        </p:nvSpPr>
        <p:spPr>
          <a:xfrm>
            <a:off x="1371600" y="4156560"/>
            <a:ext cx="96008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95072DD2-B00C-4308-9C6F-8876395CFA91}" type="slidenum">
              <a:t>&lt;#&gt;</a:t>
            </a:fld>
          </a:p>
        </p:txBody>
      </p:sp>
      <p:sp>
        <p:nvSpPr>
          <p:cNvPr id="7" name="PlaceHolder 6"/>
          <p:cNvSpPr>
            <a:spLocks noGrp="1"/>
          </p:cNvSpPr>
          <p:nvPr>
            <p:ph type="dt" idx="4"/>
          </p:nvPr>
        </p:nvSpPr>
        <p:spPr/>
        <p:txBody>
          <a:bodyPr/>
          <a:p>
            <a:r>
              <a:rPr lang="ru-RU"/>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76" name="PlaceHolder 2"/>
          <p:cNvSpPr>
            <a:spLocks noGrp="1"/>
          </p:cNvSpPr>
          <p:nvPr>
            <p:ph/>
          </p:nvPr>
        </p:nvSpPr>
        <p:spPr>
          <a:xfrm>
            <a:off x="137160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77" name="PlaceHolder 3"/>
          <p:cNvSpPr>
            <a:spLocks noGrp="1"/>
          </p:cNvSpPr>
          <p:nvPr>
            <p:ph/>
          </p:nvPr>
        </p:nvSpPr>
        <p:spPr>
          <a:xfrm>
            <a:off x="6291360" y="228600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78" name="PlaceHolder 4"/>
          <p:cNvSpPr>
            <a:spLocks noGrp="1"/>
          </p:cNvSpPr>
          <p:nvPr>
            <p:ph/>
          </p:nvPr>
        </p:nvSpPr>
        <p:spPr>
          <a:xfrm>
            <a:off x="1371600" y="415656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79" name="PlaceHolder 5"/>
          <p:cNvSpPr>
            <a:spLocks noGrp="1"/>
          </p:cNvSpPr>
          <p:nvPr>
            <p:ph/>
          </p:nvPr>
        </p:nvSpPr>
        <p:spPr>
          <a:xfrm>
            <a:off x="6291360" y="4156560"/>
            <a:ext cx="468504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E82BE413-F9B9-4705-A477-696759E194C7}" type="slidenum">
              <a:t>&lt;#&gt;</a:t>
            </a:fld>
          </a:p>
        </p:txBody>
      </p:sp>
      <p:sp>
        <p:nvSpPr>
          <p:cNvPr id="9" name="PlaceHolder 8"/>
          <p:cNvSpPr>
            <a:spLocks noGrp="1"/>
          </p:cNvSpPr>
          <p:nvPr>
            <p:ph type="dt" idx="4"/>
          </p:nvPr>
        </p:nvSpPr>
        <p:spPr/>
        <p:txBody>
          <a:bodyPr/>
          <a:p>
            <a:r>
              <a:rPr lang="ru-RU"/>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1371600" y="685800"/>
            <a:ext cx="9600840" cy="148572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Franklin Gothic Book"/>
            </a:endParaRPr>
          </a:p>
        </p:txBody>
      </p:sp>
      <p:sp>
        <p:nvSpPr>
          <p:cNvPr id="81" name="PlaceHolder 2"/>
          <p:cNvSpPr>
            <a:spLocks noGrp="1"/>
          </p:cNvSpPr>
          <p:nvPr>
            <p:ph/>
          </p:nvPr>
        </p:nvSpPr>
        <p:spPr>
          <a:xfrm>
            <a:off x="1371600" y="228600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82" name="PlaceHolder 3"/>
          <p:cNvSpPr>
            <a:spLocks noGrp="1"/>
          </p:cNvSpPr>
          <p:nvPr>
            <p:ph/>
          </p:nvPr>
        </p:nvSpPr>
        <p:spPr>
          <a:xfrm>
            <a:off x="4617720" y="228600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83" name="PlaceHolder 4"/>
          <p:cNvSpPr>
            <a:spLocks noGrp="1"/>
          </p:cNvSpPr>
          <p:nvPr>
            <p:ph/>
          </p:nvPr>
        </p:nvSpPr>
        <p:spPr>
          <a:xfrm>
            <a:off x="7864200" y="228600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84" name="PlaceHolder 5"/>
          <p:cNvSpPr>
            <a:spLocks noGrp="1"/>
          </p:cNvSpPr>
          <p:nvPr>
            <p:ph/>
          </p:nvPr>
        </p:nvSpPr>
        <p:spPr>
          <a:xfrm>
            <a:off x="1371600" y="415656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85" name="PlaceHolder 6"/>
          <p:cNvSpPr>
            <a:spLocks noGrp="1"/>
          </p:cNvSpPr>
          <p:nvPr>
            <p:ph/>
          </p:nvPr>
        </p:nvSpPr>
        <p:spPr>
          <a:xfrm>
            <a:off x="4617720" y="415656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86" name="PlaceHolder 7"/>
          <p:cNvSpPr>
            <a:spLocks noGrp="1"/>
          </p:cNvSpPr>
          <p:nvPr>
            <p:ph/>
          </p:nvPr>
        </p:nvSpPr>
        <p:spPr>
          <a:xfrm>
            <a:off x="7864200" y="4156560"/>
            <a:ext cx="3091320" cy="1707840"/>
          </a:xfrm>
          <a:prstGeom prst="rect">
            <a:avLst/>
          </a:prstGeom>
          <a:noFill/>
          <a:ln w="0">
            <a:noFill/>
          </a:ln>
        </p:spPr>
        <p:txBody>
          <a:bodyPr lIns="0" rIns="0" tIns="0" bIns="0" anchor="t">
            <a:normAutofit/>
          </a:bodyPr>
          <a:p>
            <a:pPr indent="0">
              <a:lnSpc>
                <a:spcPct val="94000"/>
              </a:lnSpc>
              <a:spcBef>
                <a:spcPts val="1417"/>
              </a:spcBef>
              <a:buNone/>
            </a:pPr>
            <a:endParaRPr b="0" lang="en-US" sz="2000" spc="-1" strike="noStrike">
              <a:solidFill>
                <a:srgbClr val="191b0e"/>
              </a:solidFill>
              <a:latin typeface="Franklin Gothic Book"/>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6664BAF1-216E-42BB-8C35-563214041940}" type="slidenum">
              <a:t>&lt;#&gt;</a:t>
            </a:fld>
          </a:p>
        </p:txBody>
      </p:sp>
      <p:sp>
        <p:nvSpPr>
          <p:cNvPr id="11" name="PlaceHolder 10"/>
          <p:cNvSpPr>
            <a:spLocks noGrp="1"/>
          </p:cNvSpPr>
          <p:nvPr>
            <p:ph type="dt" idx="4"/>
          </p:nvPr>
        </p:nvSpPr>
        <p:spPr/>
        <p:txBody>
          <a:bodyPr/>
          <a:p>
            <a:r>
              <a:rPr lang="ru-RU"/>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ede3"/>
        </a:solidFill>
      </p:bgPr>
    </p:bg>
    <p:spTree>
      <p:nvGrpSpPr>
        <p:cNvPr id="1" name=""/>
        <p:cNvGrpSpPr/>
        <p:nvPr/>
      </p:nvGrpSpPr>
      <p:grpSpPr>
        <a:xfrm>
          <a:off x="0" y="0"/>
          <a:ext cx="0" cy="0"/>
          <a:chOff x="0" y="0"/>
          <a:chExt cx="0" cy="0"/>
        </a:xfrm>
      </p:grpSpPr>
      <p:sp>
        <p:nvSpPr>
          <p:cNvPr id="0" name="Rectangle 8" hidden="1"/>
          <p:cNvSpPr/>
          <p:nvPr/>
        </p:nvSpPr>
        <p:spPr>
          <a:xfrm>
            <a:off x="478080" y="360"/>
            <a:ext cx="228240" cy="6857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ru-RU" sz="1800" spc="-1" strike="noStrike">
              <a:solidFill>
                <a:srgbClr val="ffffff"/>
              </a:solidFill>
              <a:latin typeface="Arial"/>
            </a:endParaRPr>
          </a:p>
        </p:txBody>
      </p:sp>
      <p:sp>
        <p:nvSpPr>
          <p:cNvPr id="1" name="PlaceHolder 1"/>
          <p:cNvSpPr>
            <a:spLocks noGrp="1"/>
          </p:cNvSpPr>
          <p:nvPr>
            <p:ph type="title"/>
          </p:nvPr>
        </p:nvSpPr>
        <p:spPr>
          <a:xfrm>
            <a:off x="1915200" y="1788480"/>
            <a:ext cx="8361000" cy="2097720"/>
          </a:xfrm>
          <a:prstGeom prst="rect">
            <a:avLst/>
          </a:prstGeom>
          <a:noFill/>
          <a:ln w="0">
            <a:noFill/>
          </a:ln>
        </p:spPr>
        <p:txBody>
          <a:bodyPr anchor="b">
            <a:noAutofit/>
          </a:bodyPr>
          <a:p>
            <a:pPr indent="0" algn="ctr">
              <a:lnSpc>
                <a:spcPct val="89000"/>
              </a:lnSpc>
              <a:buNone/>
            </a:pPr>
            <a:r>
              <a:rPr b="0" lang="en-US" sz="7200" spc="-1" strike="noStrike" cap="all">
                <a:solidFill>
                  <a:srgbClr val="191b0e"/>
                </a:solidFill>
                <a:latin typeface="Franklin Gothic Book"/>
              </a:rPr>
              <a:t>Click to edit Master title style</a:t>
            </a:r>
            <a:endParaRPr b="0" lang="en-US" sz="7200" spc="-1" strike="noStrike">
              <a:solidFill>
                <a:srgbClr val="000000"/>
              </a:solidFill>
              <a:latin typeface="Franklin Gothic Book"/>
            </a:endParaRPr>
          </a:p>
        </p:txBody>
      </p:sp>
      <p:sp>
        <p:nvSpPr>
          <p:cNvPr id="2" name="PlaceHolder 2"/>
          <p:cNvSpPr>
            <a:spLocks noGrp="1"/>
          </p:cNvSpPr>
          <p:nvPr>
            <p:ph type="dt" idx="1"/>
          </p:nvPr>
        </p:nvSpPr>
        <p:spPr>
          <a:xfrm>
            <a:off x="752760" y="6453360"/>
            <a:ext cx="1607760" cy="404280"/>
          </a:xfrm>
          <a:prstGeom prst="rect">
            <a:avLst/>
          </a:prstGeom>
          <a:noFill/>
          <a:ln w="0">
            <a:noFill/>
          </a:ln>
        </p:spPr>
        <p:txBody>
          <a:bodyPr anchor="ctr">
            <a:noAutofit/>
          </a:bodyPr>
          <a:lstStyle>
            <a:lvl1pPr indent="0">
              <a:lnSpc>
                <a:spcPct val="100000"/>
              </a:lnSpc>
              <a:buNone/>
              <a:defRPr b="0" lang="en-US" sz="1200" spc="-1" strike="noStrike">
                <a:solidFill>
                  <a:srgbClr val="191b0e"/>
                </a:solidFill>
                <a:latin typeface="Franklin Gothic Book"/>
              </a:defRPr>
            </a:lvl1pPr>
          </a:lstStyle>
          <a:p>
            <a:pPr indent="0">
              <a:lnSpc>
                <a:spcPct val="100000"/>
              </a:lnSpc>
              <a:buNone/>
            </a:pPr>
            <a:r>
              <a:rPr b="0" lang="en-US" sz="1200" spc="-1" strike="noStrike">
                <a:solidFill>
                  <a:srgbClr val="191b0e"/>
                </a:solidFill>
                <a:latin typeface="Franklin Gothic Book"/>
              </a:rPr>
              <a:t> </a:t>
            </a:r>
            <a:endParaRPr b="0" lang="ru-RU" sz="1200" spc="-1" strike="noStrike">
              <a:solidFill>
                <a:srgbClr val="000000"/>
              </a:solidFill>
              <a:latin typeface="Times New Roman"/>
            </a:endParaRPr>
          </a:p>
        </p:txBody>
      </p:sp>
      <p:sp>
        <p:nvSpPr>
          <p:cNvPr id="3" name="PlaceHolder 3"/>
          <p:cNvSpPr>
            <a:spLocks noGrp="1"/>
          </p:cNvSpPr>
          <p:nvPr>
            <p:ph type="ftr" idx="2"/>
          </p:nvPr>
        </p:nvSpPr>
        <p:spPr>
          <a:xfrm>
            <a:off x="2584080" y="6453360"/>
            <a:ext cx="7022880" cy="404280"/>
          </a:xfrm>
          <a:prstGeom prst="rect">
            <a:avLst/>
          </a:prstGeom>
          <a:noFill/>
          <a:ln w="0">
            <a:noFill/>
          </a:ln>
        </p:spPr>
        <p:txBody>
          <a:bodyPr anchor="ctr">
            <a:noAutofit/>
          </a:bodyPr>
          <a:lstStyle>
            <a:lvl1pPr indent="0" algn="ctr">
              <a:buNone/>
              <a:defRPr b="0" lang="ru-RU" sz="1400" spc="-1" strike="noStrike">
                <a:solidFill>
                  <a:srgbClr val="000000"/>
                </a:solidFill>
                <a:latin typeface="Times New Roman"/>
              </a:defRPr>
            </a:lvl1pPr>
          </a:lstStyle>
          <a:p>
            <a:pPr indent="0" algn="ctr">
              <a:buNone/>
            </a:pPr>
            <a:r>
              <a:rPr b="0" lang="ru-RU" sz="1400" spc="-1" strike="noStrike">
                <a:solidFill>
                  <a:srgbClr val="000000"/>
                </a:solidFill>
                <a:latin typeface="Times New Roman"/>
              </a:rPr>
              <a:t> </a:t>
            </a:r>
            <a:endParaRPr b="0" lang="ru-RU" sz="1400" spc="-1" strike="noStrike">
              <a:solidFill>
                <a:srgbClr val="000000"/>
              </a:solidFill>
              <a:latin typeface="Times New Roman"/>
            </a:endParaRPr>
          </a:p>
        </p:txBody>
      </p:sp>
      <p:sp>
        <p:nvSpPr>
          <p:cNvPr id="4" name="PlaceHolder 4"/>
          <p:cNvSpPr>
            <a:spLocks noGrp="1"/>
          </p:cNvSpPr>
          <p:nvPr>
            <p:ph type="sldNum" idx="3"/>
          </p:nvPr>
        </p:nvSpPr>
        <p:spPr>
          <a:xfrm>
            <a:off x="9830520" y="6453360"/>
            <a:ext cx="1595880" cy="404280"/>
          </a:xfrm>
          <a:prstGeom prst="rect">
            <a:avLst/>
          </a:prstGeom>
          <a:noFill/>
          <a:ln w="0">
            <a:noFill/>
          </a:ln>
        </p:spPr>
        <p:txBody>
          <a:bodyPr anchor="ctr">
            <a:noAutofit/>
          </a:bodyPr>
          <a:lstStyle>
            <a:lvl1pPr indent="0" algn="r">
              <a:lnSpc>
                <a:spcPct val="100000"/>
              </a:lnSpc>
              <a:buNone/>
              <a:defRPr b="0" lang="en-US" sz="1200" spc="-1" strike="noStrike">
                <a:solidFill>
                  <a:srgbClr val="191b0e"/>
                </a:solidFill>
                <a:latin typeface="Franklin Gothic Book"/>
              </a:defRPr>
            </a:lvl1pPr>
          </a:lstStyle>
          <a:p>
            <a:pPr indent="0" algn="r">
              <a:lnSpc>
                <a:spcPct val="100000"/>
              </a:lnSpc>
              <a:buNone/>
            </a:pPr>
            <a:fld id="{F6C6547D-1978-4673-8003-77E454E43396}" type="slidenum">
              <a:rPr b="0" lang="en-US" sz="1200" spc="-1" strike="noStrike">
                <a:solidFill>
                  <a:srgbClr val="191b0e"/>
                </a:solidFill>
                <a:latin typeface="Franklin Gothic Book"/>
              </a:rPr>
              <a:t>4</a:t>
            </a:fld>
            <a:endParaRPr b="0" lang="ru-RU" sz="1200" spc="-1" strike="noStrike">
              <a:solidFill>
                <a:srgbClr val="000000"/>
              </a:solidFill>
              <a:latin typeface="Times New Roman"/>
            </a:endParaRPr>
          </a:p>
        </p:txBody>
      </p:sp>
      <p:grpSp>
        <p:nvGrpSpPr>
          <p:cNvPr id="5" name="Group 6"/>
          <p:cNvGrpSpPr/>
          <p:nvPr/>
        </p:nvGrpSpPr>
        <p:grpSpPr>
          <a:xfrm>
            <a:off x="752760" y="744120"/>
            <a:ext cx="10673640" cy="5349600"/>
            <a:chOff x="752760" y="744120"/>
            <a:chExt cx="10673640" cy="5349600"/>
          </a:xfrm>
        </p:grpSpPr>
        <p:sp>
          <p:nvSpPr>
            <p:cNvPr id="6" name="Freeform 6"/>
            <p:cNvSpPr/>
            <p:nvPr/>
          </p:nvSpPr>
          <p:spPr>
            <a:xfrm>
              <a:off x="8151840" y="1685520"/>
              <a:ext cx="3274560" cy="4408200"/>
            </a:xfrm>
            <a:custGeom>
              <a:avLst/>
              <a:gdLst>
                <a:gd name="textAreaLeft" fmla="*/ 0 w 3274560"/>
                <a:gd name="textAreaRight" fmla="*/ 3274920 w 3274560"/>
                <a:gd name="textAreaTop" fmla="*/ 0 h 4408200"/>
                <a:gd name="textAreaBottom" fmla="*/ 4408560 h 4408200"/>
              </a:gdLst>
              <a:ahLst/>
              <a:rect l="textAreaLeft" t="textAreaTop" r="textAreaRight" b="textAreaBottom"/>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ln>
          </p:spPr>
          <p:style>
            <a:lnRef idx="0"/>
            <a:fillRef idx="0"/>
            <a:effectRef idx="0"/>
            <a:fontRef idx="minor"/>
          </p:style>
          <p:txBody>
            <a:bodyPr lIns="90000" rIns="90000" tIns="45000" bIns="45000" anchor="t">
              <a:noAutofit/>
            </a:bodyPr>
            <a:p>
              <a:endParaRPr b="0" lang="ru-RU" sz="1800" spc="-1" strike="noStrike">
                <a:solidFill>
                  <a:srgbClr val="ffffff"/>
                </a:solidFill>
                <a:latin typeface="Arial"/>
              </a:endParaRPr>
            </a:p>
          </p:txBody>
        </p:sp>
        <p:sp>
          <p:nvSpPr>
            <p:cNvPr id="7" name="Freeform 6"/>
            <p:cNvSpPr/>
            <p:nvPr/>
          </p:nvSpPr>
          <p:spPr>
            <a:xfrm flipH="1" flipV="1">
              <a:off x="752400" y="743760"/>
              <a:ext cx="3275280" cy="4408200"/>
            </a:xfrm>
            <a:custGeom>
              <a:avLst/>
              <a:gdLst>
                <a:gd name="textAreaLeft" fmla="*/ 360 w 3275280"/>
                <a:gd name="textAreaRight" fmla="*/ 3276000 w 3275280"/>
                <a:gd name="textAreaTop" fmla="*/ -360 h 4408200"/>
                <a:gd name="textAreaBottom" fmla="*/ 4408200 h 4408200"/>
              </a:gdLst>
              <a:ahLst/>
              <a:rect l="textAreaLeft" t="textAreaTop" r="textAreaRight" b="textAreaBottom"/>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ln>
          </p:spPr>
          <p:style>
            <a:lnRef idx="0"/>
            <a:fillRef idx="0"/>
            <a:effectRef idx="0"/>
            <a:fontRef idx="minor"/>
          </p:style>
          <p:txBody>
            <a:bodyPr lIns="90000" rIns="90000" tIns="45000" bIns="45000" anchor="t">
              <a:noAutofit/>
            </a:bodyPr>
            <a:p>
              <a:endParaRPr b="0" lang="ru-RU" sz="1800" spc="-1" strike="noStrike">
                <a:solidFill>
                  <a:srgbClr val="ffffff"/>
                </a:solidFill>
                <a:latin typeface="Arial"/>
              </a:endParaRPr>
            </a:p>
          </p:txBody>
        </p:sp>
      </p:gr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4000"/>
              </a:lnSpc>
              <a:spcBef>
                <a:spcPts val="1417"/>
              </a:spcBef>
              <a:buClr>
                <a:srgbClr val="000000"/>
              </a:buClr>
              <a:buSzPct val="45000"/>
              <a:buFont typeface="Wingdings" charset="2"/>
              <a:buChar char=""/>
            </a:pPr>
            <a:r>
              <a:rPr b="0" lang="en-US" sz="2000" spc="-1" strike="noStrike">
                <a:solidFill>
                  <a:srgbClr val="191b0e"/>
                </a:solidFill>
                <a:latin typeface="Franklin Gothic Book"/>
              </a:rPr>
              <a:t>Для правки структуры щёлкните мышью</a:t>
            </a:r>
            <a:endParaRPr b="0" lang="en-US" sz="2000" spc="-1" strike="noStrike">
              <a:solidFill>
                <a:srgbClr val="191b0e"/>
              </a:solidFill>
              <a:latin typeface="Franklin Gothic Book"/>
            </a:endParaRPr>
          </a:p>
          <a:p>
            <a:pPr lvl="1" marL="864000" indent="-324000">
              <a:lnSpc>
                <a:spcPct val="94000"/>
              </a:lnSpc>
              <a:spcBef>
                <a:spcPts val="1134"/>
              </a:spcBef>
              <a:buClr>
                <a:srgbClr val="000000"/>
              </a:buClr>
              <a:buSzPct val="75000"/>
              <a:buFont typeface="Symbol" charset="2"/>
              <a:buChar char=""/>
            </a:pPr>
            <a:r>
              <a:rPr b="0" lang="en-US" sz="1800" spc="-1" strike="noStrike">
                <a:solidFill>
                  <a:srgbClr val="191b0e"/>
                </a:solidFill>
                <a:latin typeface="Franklin Gothic Book"/>
              </a:rPr>
              <a:t>Второй уровень структуры</a:t>
            </a:r>
            <a:endParaRPr b="0" lang="en-US" sz="1800" spc="-1" strike="noStrike">
              <a:solidFill>
                <a:srgbClr val="191b0e"/>
              </a:solidFill>
              <a:latin typeface="Franklin Gothic Book"/>
            </a:endParaRPr>
          </a:p>
          <a:p>
            <a:pPr lvl="2" marL="1296000" indent="-288000">
              <a:lnSpc>
                <a:spcPct val="94000"/>
              </a:lnSpc>
              <a:spcBef>
                <a:spcPts val="850"/>
              </a:spcBef>
              <a:buClr>
                <a:srgbClr val="000000"/>
              </a:buClr>
              <a:buSzPct val="45000"/>
              <a:buFont typeface="Wingdings" charset="2"/>
              <a:buChar char=""/>
            </a:pPr>
            <a:r>
              <a:rPr b="0" i="1" lang="en-US" sz="1800" spc="-1" strike="noStrike">
                <a:solidFill>
                  <a:srgbClr val="191b0e"/>
                </a:solidFill>
                <a:latin typeface="Franklin Gothic Book"/>
              </a:rPr>
              <a:t>Третий уровень структуры</a:t>
            </a:r>
            <a:endParaRPr b="0" i="1" lang="en-US" sz="1800" spc="-1" strike="noStrike">
              <a:solidFill>
                <a:srgbClr val="191b0e"/>
              </a:solidFill>
              <a:latin typeface="Franklin Gothic Book"/>
            </a:endParaRPr>
          </a:p>
          <a:p>
            <a:pPr lvl="3" marL="1728000" indent="-216000">
              <a:lnSpc>
                <a:spcPct val="94000"/>
              </a:lnSpc>
              <a:spcBef>
                <a:spcPts val="567"/>
              </a:spcBef>
              <a:buClr>
                <a:srgbClr val="000000"/>
              </a:buClr>
              <a:buSzPct val="75000"/>
              <a:buFont typeface="Symbol" charset="2"/>
              <a:buChar char=""/>
            </a:pPr>
            <a:r>
              <a:rPr b="0" lang="en-US" sz="1600" spc="-1" strike="noStrike">
                <a:solidFill>
                  <a:srgbClr val="191b0e"/>
                </a:solidFill>
                <a:latin typeface="Franklin Gothic Book"/>
              </a:rPr>
              <a:t>Четвёртый уровень структуры</a:t>
            </a:r>
            <a:endParaRPr b="0" lang="en-US" sz="1600" spc="-1" strike="noStrike">
              <a:solidFill>
                <a:srgbClr val="191b0e"/>
              </a:solidFill>
              <a:latin typeface="Franklin Gothic Book"/>
            </a:endParaRPr>
          </a:p>
          <a:p>
            <a:pPr lvl="4" marL="2160000" indent="-216000">
              <a:lnSpc>
                <a:spcPct val="94000"/>
              </a:lnSpc>
              <a:spcBef>
                <a:spcPts val="283"/>
              </a:spcBef>
              <a:buClr>
                <a:srgbClr val="000000"/>
              </a:buClr>
              <a:buSzPct val="45000"/>
              <a:buFont typeface="Wingdings" charset="2"/>
              <a:buChar char=""/>
            </a:pPr>
            <a:r>
              <a:rPr b="0" lang="en-US" sz="2000" spc="-1" strike="noStrike">
                <a:solidFill>
                  <a:srgbClr val="191b0e"/>
                </a:solidFill>
                <a:latin typeface="Franklin Gothic Book"/>
              </a:rPr>
              <a:t>Пятый уровень структуры</a:t>
            </a:r>
            <a:endParaRPr b="0" lang="en-US" sz="2000" spc="-1" strike="noStrike">
              <a:solidFill>
                <a:srgbClr val="191b0e"/>
              </a:solidFill>
              <a:latin typeface="Franklin Gothic Book"/>
            </a:endParaRPr>
          </a:p>
          <a:p>
            <a:pPr lvl="5" marL="2592000" indent="-216000">
              <a:lnSpc>
                <a:spcPct val="94000"/>
              </a:lnSpc>
              <a:spcBef>
                <a:spcPts val="283"/>
              </a:spcBef>
              <a:buClr>
                <a:srgbClr val="000000"/>
              </a:buClr>
              <a:buSzPct val="45000"/>
              <a:buFont typeface="Wingdings" charset="2"/>
              <a:buChar char=""/>
            </a:pPr>
            <a:r>
              <a:rPr b="0" lang="en-US" sz="2000" spc="-1" strike="noStrike">
                <a:solidFill>
                  <a:srgbClr val="191b0e"/>
                </a:solidFill>
                <a:latin typeface="Franklin Gothic Book"/>
              </a:rPr>
              <a:t>Шестой уровень структуры</a:t>
            </a:r>
            <a:endParaRPr b="0" lang="en-US" sz="2000" spc="-1" strike="noStrike">
              <a:solidFill>
                <a:srgbClr val="191b0e"/>
              </a:solidFill>
              <a:latin typeface="Franklin Gothic Book"/>
            </a:endParaRPr>
          </a:p>
          <a:p>
            <a:pPr lvl="6" marL="3024000" indent="-216000">
              <a:lnSpc>
                <a:spcPct val="94000"/>
              </a:lnSpc>
              <a:spcBef>
                <a:spcPts val="283"/>
              </a:spcBef>
              <a:buClr>
                <a:srgbClr val="000000"/>
              </a:buClr>
              <a:buSzPct val="45000"/>
              <a:buFont typeface="Wingdings" charset="2"/>
              <a:buChar char=""/>
            </a:pPr>
            <a:r>
              <a:rPr b="0" lang="en-US" sz="2000" spc="-1" strike="noStrike">
                <a:solidFill>
                  <a:srgbClr val="191b0e"/>
                </a:solidFill>
                <a:latin typeface="Franklin Gothic Book"/>
              </a:rPr>
              <a:t>Седьмой уровень структуры</a:t>
            </a:r>
            <a:endParaRPr b="0" lang="en-US" sz="2000" spc="-1" strike="noStrike">
              <a:solidFill>
                <a:srgbClr val="191b0e"/>
              </a:solidFill>
              <a:latin typeface="Franklin Gothic Book"/>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ede3"/>
        </a:solidFill>
      </p:bgPr>
    </p:bg>
    <p:spTree>
      <p:nvGrpSpPr>
        <p:cNvPr id="1" name=""/>
        <p:cNvGrpSpPr/>
        <p:nvPr/>
      </p:nvGrpSpPr>
      <p:grpSpPr>
        <a:xfrm>
          <a:off x="0" y="0"/>
          <a:ext cx="0" cy="0"/>
          <a:chOff x="0" y="0"/>
          <a:chExt cx="0" cy="0"/>
        </a:xfrm>
      </p:grpSpPr>
      <p:sp>
        <p:nvSpPr>
          <p:cNvPr id="45" name="Rectangle 8"/>
          <p:cNvSpPr/>
          <p:nvPr/>
        </p:nvSpPr>
        <p:spPr>
          <a:xfrm>
            <a:off x="478080" y="360"/>
            <a:ext cx="228240" cy="6857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ru-RU" sz="1800" spc="-1" strike="noStrike">
              <a:solidFill>
                <a:srgbClr val="ffffff"/>
              </a:solidFill>
              <a:latin typeface="Arial"/>
            </a:endParaRPr>
          </a:p>
        </p:txBody>
      </p:sp>
      <p:sp>
        <p:nvSpPr>
          <p:cNvPr id="46" name="PlaceHolder 1"/>
          <p:cNvSpPr>
            <a:spLocks noGrp="1"/>
          </p:cNvSpPr>
          <p:nvPr>
            <p:ph type="title"/>
          </p:nvPr>
        </p:nvSpPr>
        <p:spPr>
          <a:xfrm>
            <a:off x="1371600" y="685800"/>
            <a:ext cx="9600840" cy="1485720"/>
          </a:xfrm>
          <a:prstGeom prst="rect">
            <a:avLst/>
          </a:prstGeom>
          <a:noFill/>
          <a:ln w="0">
            <a:noFill/>
          </a:ln>
        </p:spPr>
        <p:txBody>
          <a:bodyPr anchor="t">
            <a:noAutofit/>
          </a:bodyPr>
          <a:p>
            <a:pPr indent="0">
              <a:lnSpc>
                <a:spcPct val="89000"/>
              </a:lnSpc>
              <a:buNone/>
            </a:pPr>
            <a:r>
              <a:rPr b="0" lang="en-US" sz="4400" spc="-1" strike="noStrike">
                <a:solidFill>
                  <a:srgbClr val="191b0e"/>
                </a:solidFill>
                <a:latin typeface="Franklin Gothic Book"/>
              </a:rPr>
              <a:t>Click to edit Master title style</a:t>
            </a:r>
            <a:endParaRPr b="0" lang="en-US" sz="4400" spc="-1" strike="noStrike">
              <a:solidFill>
                <a:srgbClr val="000000"/>
              </a:solidFill>
              <a:latin typeface="Franklin Gothic Book"/>
            </a:endParaRPr>
          </a:p>
        </p:txBody>
      </p:sp>
      <p:sp>
        <p:nvSpPr>
          <p:cNvPr id="47" name="PlaceHolder 2"/>
          <p:cNvSpPr>
            <a:spLocks noGrp="1"/>
          </p:cNvSpPr>
          <p:nvPr>
            <p:ph type="body"/>
          </p:nvPr>
        </p:nvSpPr>
        <p:spPr>
          <a:xfrm>
            <a:off x="1371600" y="2286000"/>
            <a:ext cx="9600840" cy="3580920"/>
          </a:xfrm>
          <a:prstGeom prst="rect">
            <a:avLst/>
          </a:prstGeom>
          <a:noFill/>
          <a:ln w="0">
            <a:noFill/>
          </a:ln>
        </p:spPr>
        <p:txBody>
          <a:bodyPr anchor="t">
            <a:noAutofit/>
          </a:bodyPr>
          <a:p>
            <a:pPr marL="384120" indent="-384120">
              <a:lnSpc>
                <a:spcPct val="94000"/>
              </a:lnSpc>
              <a:spcBef>
                <a:spcPts val="1001"/>
              </a:spcBef>
              <a:spcAft>
                <a:spcPts val="201"/>
              </a:spcAft>
              <a:buClr>
                <a:srgbClr val="191b0e"/>
              </a:buClr>
              <a:buFont typeface="Franklin Gothic Book"/>
              <a:buChar char="■"/>
            </a:pPr>
            <a:r>
              <a:rPr b="0" lang="en-US" sz="2000" spc="-1" strike="noStrike">
                <a:solidFill>
                  <a:srgbClr val="191b0e"/>
                </a:solidFill>
                <a:latin typeface="Franklin Gothic Book"/>
              </a:rPr>
              <a:t>Edit Master text styles</a:t>
            </a:r>
            <a:endParaRPr b="0" lang="en-US" sz="2000" spc="-1" strike="noStrike">
              <a:solidFill>
                <a:srgbClr val="191b0e"/>
              </a:solidFill>
              <a:latin typeface="Franklin Gothic Book"/>
            </a:endParaRPr>
          </a:p>
          <a:p>
            <a:pPr lvl="1" marL="914400" indent="-384120">
              <a:lnSpc>
                <a:spcPct val="94000"/>
              </a:lnSpc>
              <a:spcBef>
                <a:spcPts val="499"/>
              </a:spcBef>
              <a:spcAft>
                <a:spcPts val="201"/>
              </a:spcAft>
              <a:buClr>
                <a:srgbClr val="191b0e"/>
              </a:buClr>
              <a:buFont typeface="Franklin Gothic Book"/>
              <a:buChar char="–"/>
            </a:pPr>
            <a:r>
              <a:rPr b="0" i="1" lang="en-US" sz="2000" spc="-1" strike="noStrike">
                <a:solidFill>
                  <a:srgbClr val="191b0e"/>
                </a:solidFill>
                <a:latin typeface="Franklin Gothic Book"/>
              </a:rPr>
              <a:t>Second level</a:t>
            </a:r>
            <a:endParaRPr b="0" lang="en-US" sz="2000" spc="-1" strike="noStrike">
              <a:solidFill>
                <a:srgbClr val="191b0e"/>
              </a:solidFill>
              <a:latin typeface="Franklin Gothic Book"/>
            </a:endParaRPr>
          </a:p>
          <a:p>
            <a:pPr lvl="2" marL="1371600" indent="-384120">
              <a:lnSpc>
                <a:spcPct val="94000"/>
              </a:lnSpc>
              <a:spcBef>
                <a:spcPts val="499"/>
              </a:spcBef>
              <a:spcAft>
                <a:spcPts val="201"/>
              </a:spcAft>
              <a:buClr>
                <a:srgbClr val="191b0e"/>
              </a:buClr>
              <a:buFont typeface="Franklin Gothic Book"/>
              <a:buChar char="■"/>
            </a:pPr>
            <a:r>
              <a:rPr b="0" lang="en-US" sz="1800" spc="-1" strike="noStrike">
                <a:solidFill>
                  <a:srgbClr val="191b0e"/>
                </a:solidFill>
                <a:latin typeface="Franklin Gothic Book"/>
              </a:rPr>
              <a:t>Third level</a:t>
            </a:r>
            <a:endParaRPr b="0" i="1" lang="en-US" sz="1800" spc="-1" strike="noStrike">
              <a:solidFill>
                <a:srgbClr val="191b0e"/>
              </a:solidFill>
              <a:latin typeface="Franklin Gothic Book"/>
            </a:endParaRPr>
          </a:p>
          <a:p>
            <a:pPr lvl="3" marL="1828800" indent="-384120">
              <a:lnSpc>
                <a:spcPct val="94000"/>
              </a:lnSpc>
              <a:spcBef>
                <a:spcPts val="499"/>
              </a:spcBef>
              <a:spcAft>
                <a:spcPts val="201"/>
              </a:spcAft>
              <a:buClr>
                <a:srgbClr val="191b0e"/>
              </a:buClr>
              <a:buFont typeface="Franklin Gothic Book"/>
              <a:buChar char="–"/>
            </a:pPr>
            <a:r>
              <a:rPr b="0" i="1" lang="en-US" sz="1800" spc="-1" strike="noStrike">
                <a:solidFill>
                  <a:srgbClr val="191b0e"/>
                </a:solidFill>
                <a:latin typeface="Franklin Gothic Book"/>
              </a:rPr>
              <a:t>Fourth level</a:t>
            </a:r>
            <a:endParaRPr b="0" lang="en-US" sz="1800" spc="-1" strike="noStrike">
              <a:solidFill>
                <a:srgbClr val="191b0e"/>
              </a:solidFill>
              <a:latin typeface="Franklin Gothic Book"/>
            </a:endParaRPr>
          </a:p>
          <a:p>
            <a:pPr lvl="4" marL="2286000" indent="-384120">
              <a:lnSpc>
                <a:spcPct val="94000"/>
              </a:lnSpc>
              <a:spcBef>
                <a:spcPts val="499"/>
              </a:spcBef>
              <a:spcAft>
                <a:spcPts val="201"/>
              </a:spcAft>
              <a:buClr>
                <a:srgbClr val="191b0e"/>
              </a:buClr>
              <a:buFont typeface="Franklin Gothic Book"/>
              <a:buChar char="■"/>
            </a:pPr>
            <a:r>
              <a:rPr b="0" lang="en-US" sz="1600" spc="-1" strike="noStrike">
                <a:solidFill>
                  <a:srgbClr val="191b0e"/>
                </a:solidFill>
                <a:latin typeface="Franklin Gothic Book"/>
              </a:rPr>
              <a:t>Fifth level</a:t>
            </a:r>
            <a:endParaRPr b="0" lang="en-US" sz="1600" spc="-1" strike="noStrike">
              <a:solidFill>
                <a:srgbClr val="191b0e"/>
              </a:solidFill>
              <a:latin typeface="Franklin Gothic Book"/>
            </a:endParaRPr>
          </a:p>
        </p:txBody>
      </p:sp>
      <p:sp>
        <p:nvSpPr>
          <p:cNvPr id="48" name="PlaceHolder 3"/>
          <p:cNvSpPr>
            <a:spLocks noGrp="1"/>
          </p:cNvSpPr>
          <p:nvPr>
            <p:ph type="dt" idx="4"/>
          </p:nvPr>
        </p:nvSpPr>
        <p:spPr>
          <a:xfrm>
            <a:off x="1390680" y="6453360"/>
            <a:ext cx="1204200" cy="404280"/>
          </a:xfrm>
          <a:prstGeom prst="rect">
            <a:avLst/>
          </a:prstGeom>
          <a:noFill/>
          <a:ln w="0">
            <a:noFill/>
          </a:ln>
        </p:spPr>
        <p:txBody>
          <a:bodyPr anchor="ctr">
            <a:noAutofit/>
          </a:bodyPr>
          <a:lstStyle>
            <a:lvl1pPr indent="0">
              <a:lnSpc>
                <a:spcPct val="100000"/>
              </a:lnSpc>
              <a:buNone/>
              <a:defRPr b="0" lang="en-US" sz="1200" spc="-1" strike="noStrike">
                <a:solidFill>
                  <a:srgbClr val="191b0e"/>
                </a:solidFill>
                <a:latin typeface="Franklin Gothic Book"/>
              </a:defRPr>
            </a:lvl1pPr>
          </a:lstStyle>
          <a:p>
            <a:pPr indent="0">
              <a:lnSpc>
                <a:spcPct val="100000"/>
              </a:lnSpc>
              <a:buNone/>
            </a:pPr>
            <a:r>
              <a:rPr b="0" lang="en-US" sz="1200" spc="-1" strike="noStrike">
                <a:solidFill>
                  <a:srgbClr val="191b0e"/>
                </a:solidFill>
                <a:latin typeface="Franklin Gothic Book"/>
              </a:rPr>
              <a:t>&lt;дата/время&gt;</a:t>
            </a:r>
            <a:endParaRPr b="0" lang="ru-RU" sz="1200" spc="-1" strike="noStrike">
              <a:solidFill>
                <a:srgbClr val="000000"/>
              </a:solidFill>
              <a:latin typeface="Times New Roman"/>
            </a:endParaRPr>
          </a:p>
        </p:txBody>
      </p:sp>
      <p:sp>
        <p:nvSpPr>
          <p:cNvPr id="49" name="PlaceHolder 4"/>
          <p:cNvSpPr>
            <a:spLocks noGrp="1"/>
          </p:cNvSpPr>
          <p:nvPr>
            <p:ph type="ftr" idx="5"/>
          </p:nvPr>
        </p:nvSpPr>
        <p:spPr>
          <a:xfrm>
            <a:off x="2893680" y="6453360"/>
            <a:ext cx="6280560" cy="404280"/>
          </a:xfrm>
          <a:prstGeom prst="rect">
            <a:avLst/>
          </a:prstGeom>
          <a:noFill/>
          <a:ln w="0">
            <a:noFill/>
          </a:ln>
        </p:spPr>
        <p:txBody>
          <a:bodyPr anchor="ctr">
            <a:noAutofit/>
          </a:bodyPr>
          <a:lstStyle>
            <a:lvl1pPr indent="0" algn="ctr">
              <a:buNone/>
              <a:defRPr b="0" lang="ru-RU" sz="1400" spc="-1" strike="noStrike">
                <a:solidFill>
                  <a:srgbClr val="000000"/>
                </a:solidFill>
                <a:latin typeface="Times New Roman"/>
              </a:defRPr>
            </a:lvl1pPr>
          </a:lstStyle>
          <a:p>
            <a:pPr indent="0" algn="ctr">
              <a:buNone/>
            </a:pPr>
            <a:r>
              <a:rPr b="0" lang="ru-RU" sz="1400" spc="-1" strike="noStrike">
                <a:solidFill>
                  <a:srgbClr val="000000"/>
                </a:solidFill>
                <a:latin typeface="Times New Roman"/>
              </a:rPr>
              <a:t>&lt;нижний колонтитул&gt;</a:t>
            </a:r>
            <a:endParaRPr b="0" lang="ru-RU" sz="1400" spc="-1" strike="noStrike">
              <a:solidFill>
                <a:srgbClr val="000000"/>
              </a:solidFill>
              <a:latin typeface="Times New Roman"/>
            </a:endParaRPr>
          </a:p>
        </p:txBody>
      </p:sp>
      <p:sp>
        <p:nvSpPr>
          <p:cNvPr id="50" name="PlaceHolder 5"/>
          <p:cNvSpPr>
            <a:spLocks noGrp="1"/>
          </p:cNvSpPr>
          <p:nvPr>
            <p:ph type="sldNum" idx="6"/>
          </p:nvPr>
        </p:nvSpPr>
        <p:spPr>
          <a:xfrm>
            <a:off x="9472680" y="6453360"/>
            <a:ext cx="1595880" cy="404280"/>
          </a:xfrm>
          <a:prstGeom prst="rect">
            <a:avLst/>
          </a:prstGeom>
          <a:noFill/>
          <a:ln w="0">
            <a:noFill/>
          </a:ln>
        </p:spPr>
        <p:txBody>
          <a:bodyPr anchor="ctr">
            <a:noAutofit/>
          </a:bodyPr>
          <a:lstStyle>
            <a:lvl1pPr indent="0" algn="r">
              <a:lnSpc>
                <a:spcPct val="100000"/>
              </a:lnSpc>
              <a:buNone/>
              <a:defRPr b="0" lang="en-US" sz="1200" spc="-1" strike="noStrike">
                <a:solidFill>
                  <a:srgbClr val="191b0e"/>
                </a:solidFill>
                <a:latin typeface="Franklin Gothic Book"/>
              </a:defRPr>
            </a:lvl1pPr>
          </a:lstStyle>
          <a:p>
            <a:pPr indent="0" algn="r">
              <a:lnSpc>
                <a:spcPct val="100000"/>
              </a:lnSpc>
              <a:buNone/>
            </a:pPr>
            <a:fld id="{0B5D229A-CB35-49BF-83A7-09BE08D4901C}" type="slidenum">
              <a:rPr b="0" lang="en-US" sz="1200" spc="-1" strike="noStrike">
                <a:solidFill>
                  <a:srgbClr val="191b0e"/>
                </a:solidFill>
                <a:latin typeface="Franklin Gothic Book"/>
              </a:rPr>
              <a:t>&lt;номер&gt;</a:t>
            </a:fld>
            <a:endParaRPr b="0" lang="ru-R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hyperlink" Target="https://habr.com/company/haulmont/blog/354992/" TargetMode="External"/><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hyperlink" Target="https://www.owasp.org/index.php/Top_10-2017_Top_10" TargetMode="External"/><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hyperlink" Target="http://softwaretestingfundamentals.com/white-box-testing/" TargetMode="External"/><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1915200" y="1788480"/>
            <a:ext cx="8361000" cy="2790360"/>
          </a:xfrm>
          <a:prstGeom prst="rect">
            <a:avLst/>
          </a:prstGeom>
          <a:noFill/>
          <a:ln w="0">
            <a:noFill/>
          </a:ln>
        </p:spPr>
        <p:txBody>
          <a:bodyPr anchor="b">
            <a:noAutofit/>
          </a:bodyPr>
          <a:p>
            <a:pPr indent="0">
              <a:lnSpc>
                <a:spcPct val="89000"/>
              </a:lnSpc>
              <a:buNone/>
            </a:pPr>
            <a:r>
              <a:rPr b="1" lang="ru-RU" sz="4400" spc="-1" strike="noStrike" cap="all">
                <a:solidFill>
                  <a:srgbClr val="191b0e"/>
                </a:solidFill>
                <a:latin typeface="Franklin Gothic Book"/>
              </a:rPr>
              <a:t>Тема 2:</a:t>
            </a:r>
            <a:br>
              <a:rPr sz="4400"/>
            </a:br>
            <a:r>
              <a:rPr b="1" lang="ru-RU" sz="4400" spc="-1" strike="noStrike" cap="all">
                <a:solidFill>
                  <a:srgbClr val="191b0e"/>
                </a:solidFill>
                <a:latin typeface="Franklin Gothic Book"/>
              </a:rPr>
              <a:t>Введение в безопасность веб-приложений</a:t>
            </a:r>
            <a:endParaRPr b="0" lang="en-US" sz="4400" spc="-1" strike="noStrike">
              <a:solidFill>
                <a:srgbClr val="000000"/>
              </a:solidFill>
              <a:latin typeface="Franklin Gothic Book"/>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1371600" y="685800"/>
            <a:ext cx="9600840" cy="1129320"/>
          </a:xfrm>
          <a:prstGeom prst="rect">
            <a:avLst/>
          </a:prstGeom>
          <a:noFill/>
          <a:ln w="0">
            <a:noFill/>
          </a:ln>
        </p:spPr>
        <p:txBody>
          <a:bodyPr anchor="t">
            <a:noAutofit/>
          </a:bodyPr>
          <a:p>
            <a:pPr indent="0">
              <a:lnSpc>
                <a:spcPct val="89000"/>
              </a:lnSpc>
              <a:buNone/>
            </a:pPr>
            <a:r>
              <a:rPr b="0" lang="ru-RU" sz="4400" spc="-1" strike="noStrike">
                <a:solidFill>
                  <a:srgbClr val="191b0e"/>
                </a:solidFill>
                <a:latin typeface="Franklin Gothic Book"/>
              </a:rPr>
              <a:t>Содержание</a:t>
            </a:r>
            <a:endParaRPr b="0" lang="en-US" sz="4400" spc="-1" strike="noStrike">
              <a:solidFill>
                <a:srgbClr val="000000"/>
              </a:solidFill>
              <a:latin typeface="Franklin Gothic Book"/>
            </a:endParaRPr>
          </a:p>
        </p:txBody>
      </p:sp>
      <p:sp>
        <p:nvSpPr>
          <p:cNvPr id="89" name="PlaceHolder 2"/>
          <p:cNvSpPr>
            <a:spLocks noGrp="1"/>
          </p:cNvSpPr>
          <p:nvPr>
            <p:ph/>
          </p:nvPr>
        </p:nvSpPr>
        <p:spPr>
          <a:xfrm>
            <a:off x="1371600" y="1947960"/>
            <a:ext cx="9600840" cy="3918960"/>
          </a:xfrm>
          <a:prstGeom prst="rect">
            <a:avLst/>
          </a:prstGeom>
          <a:noFill/>
          <a:ln w="0">
            <a:noFill/>
          </a:ln>
        </p:spPr>
        <p:txBody>
          <a:bodyPr anchor="t">
            <a:normAutofit/>
          </a:bodyPr>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Определение понятий.</a:t>
            </a:r>
            <a:endParaRPr b="0" lang="en-US" sz="22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Риски, связанные с использованием веб-приложений.</a:t>
            </a:r>
            <a:endParaRPr b="0" lang="en-US" sz="22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Общие проблемы, с которыми сталкиваются организации в процессе обеспечения безопасности приложений, доступные через веб-интерфейсы.</a:t>
            </a:r>
            <a:endParaRPr b="0" lang="en-US" sz="22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Рекомендуемые принципы которые необходимо соблюдать в процессе разработки безопасных веб приложений.</a:t>
            </a:r>
            <a:endParaRPr b="0" lang="en-US" sz="22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1371600" y="685800"/>
            <a:ext cx="9600840" cy="864360"/>
          </a:xfrm>
          <a:prstGeom prst="rect">
            <a:avLst/>
          </a:prstGeom>
          <a:noFill/>
          <a:ln w="0">
            <a:noFill/>
          </a:ln>
        </p:spPr>
        <p:txBody>
          <a:bodyPr anchor="t">
            <a:noAutofit/>
          </a:bodyPr>
          <a:p>
            <a:pPr indent="0">
              <a:lnSpc>
                <a:spcPct val="89000"/>
              </a:lnSpc>
              <a:buNone/>
            </a:pPr>
            <a:r>
              <a:rPr b="0" lang="ru-RU" sz="4400" spc="-1" strike="noStrike">
                <a:solidFill>
                  <a:srgbClr val="191b0e"/>
                </a:solidFill>
                <a:latin typeface="Franklin Gothic Book"/>
              </a:rPr>
              <a:t>Организации и веб</a:t>
            </a:r>
            <a:endParaRPr b="0" lang="en-US" sz="4400" spc="-1" strike="noStrike">
              <a:solidFill>
                <a:srgbClr val="000000"/>
              </a:solidFill>
              <a:latin typeface="Franklin Gothic Book"/>
            </a:endParaRPr>
          </a:p>
        </p:txBody>
      </p:sp>
      <p:sp>
        <p:nvSpPr>
          <p:cNvPr id="91" name="PlaceHolder 2"/>
          <p:cNvSpPr>
            <a:spLocks noGrp="1"/>
          </p:cNvSpPr>
          <p:nvPr>
            <p:ph/>
          </p:nvPr>
        </p:nvSpPr>
        <p:spPr>
          <a:xfrm>
            <a:off x="1371600" y="1709640"/>
            <a:ext cx="9905760" cy="4677480"/>
          </a:xfrm>
          <a:prstGeom prst="rect">
            <a:avLst/>
          </a:prstGeom>
          <a:noFill/>
          <a:ln w="0">
            <a:noFill/>
          </a:ln>
        </p:spPr>
        <p:txBody>
          <a:bodyPr anchor="t">
            <a:normAutofit fontScale="91000"/>
          </a:bodyPr>
          <a:p>
            <a:pPr marL="349200" indent="-349200">
              <a:lnSpc>
                <a:spcPct val="94000"/>
              </a:lnSpc>
              <a:spcBef>
                <a:spcPts val="1001"/>
              </a:spcBef>
              <a:spcAft>
                <a:spcPts val="201"/>
              </a:spcAft>
              <a:buClr>
                <a:srgbClr val="191b0e"/>
              </a:buClr>
              <a:buFont typeface="Franklin Gothic Book"/>
              <a:buChar char="■"/>
            </a:pPr>
            <a:r>
              <a:rPr b="1" lang="ru-RU" sz="2200" spc="-1" strike="noStrike">
                <a:solidFill>
                  <a:srgbClr val="191b0e"/>
                </a:solidFill>
                <a:latin typeface="Franklin Gothic Book"/>
              </a:rPr>
              <a:t>Веб-приложени</a:t>
            </a:r>
            <a:r>
              <a:rPr b="0" lang="ru-RU" sz="2200" spc="-1" strike="noStrike">
                <a:solidFill>
                  <a:srgbClr val="191b0e"/>
                </a:solidFill>
                <a:latin typeface="Franklin Gothic Book"/>
              </a:rPr>
              <a:t>я представляют собой динамические веб-сайты, которые содержат </a:t>
            </a:r>
            <a:r>
              <a:rPr b="0" lang="ru-RU" sz="2200" spc="-1" strike="noStrike">
                <a:solidFill>
                  <a:srgbClr val="191b0e"/>
                </a:solidFill>
                <a:latin typeface="Franklin Gothic Book"/>
              </a:rPr>
              <a:t>элементы программирования на стороне сервера и обеспечивают </a:t>
            </a:r>
            <a:r>
              <a:rPr b="0" lang="ru-RU" sz="2200" spc="-1" strike="noStrike">
                <a:solidFill>
                  <a:srgbClr val="191b0e"/>
                </a:solidFill>
                <a:latin typeface="Franklin Gothic Book"/>
              </a:rPr>
              <a:t>функциональные возможности для взаимодействия с пользователями, </a:t>
            </a:r>
            <a:r>
              <a:rPr b="0" lang="ru-RU" sz="2200" spc="-1" strike="noStrike">
                <a:solidFill>
                  <a:srgbClr val="191b0e"/>
                </a:solidFill>
                <a:latin typeface="Franklin Gothic Book"/>
              </a:rPr>
              <a:t>подключения к базам данных и создания веб-контента (результатов), чаще всего </a:t>
            </a:r>
            <a:r>
              <a:rPr b="0" lang="ru-RU" sz="2200" spc="-1" strike="noStrike">
                <a:solidFill>
                  <a:srgbClr val="191b0e"/>
                </a:solidFill>
                <a:latin typeface="Franklin Gothic Book"/>
              </a:rPr>
              <a:t>динамически для браузеров (клиентов)</a:t>
            </a:r>
            <a:endParaRPr b="0" lang="en-US" sz="2200" spc="-1" strike="noStrike">
              <a:solidFill>
                <a:srgbClr val="191b0e"/>
              </a:solidFill>
              <a:latin typeface="Franklin Gothic Book"/>
            </a:endParaRPr>
          </a:p>
          <a:p>
            <a:pPr marL="349200" indent="-34920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Сегодня деятельность любой организации не может быть представлена без </a:t>
            </a:r>
            <a:r>
              <a:rPr b="0" lang="ru-RU" sz="2200" spc="-1" strike="noStrike">
                <a:solidFill>
                  <a:srgbClr val="191b0e"/>
                </a:solidFill>
                <a:latin typeface="Franklin Gothic Book"/>
              </a:rPr>
              <a:t>использования веб-приложений, реализованных для различных бизнес-процессов: </a:t>
            </a:r>
            <a:r>
              <a:rPr b="0" lang="ru-RU" sz="2200" spc="-1" strike="noStrike">
                <a:solidFill>
                  <a:srgbClr val="191b0e"/>
                </a:solidFill>
                <a:latin typeface="Franklin Gothic Book"/>
              </a:rPr>
              <a:t>презентационные сайты, электронные магазины, банковские системы, интернет-</a:t>
            </a:r>
            <a:r>
              <a:rPr b="0" lang="ru-RU" sz="2200" spc="-1" strike="noStrike">
                <a:solidFill>
                  <a:srgbClr val="191b0e"/>
                </a:solidFill>
                <a:latin typeface="Franklin Gothic Book"/>
              </a:rPr>
              <a:t>банкинг, продажи и т. д.</a:t>
            </a:r>
            <a:endParaRPr b="0" lang="en-US" sz="2200" spc="-1" strike="noStrike">
              <a:solidFill>
                <a:srgbClr val="191b0e"/>
              </a:solidFill>
              <a:latin typeface="Franklin Gothic Book"/>
            </a:endParaRPr>
          </a:p>
          <a:p>
            <a:pPr marL="349200" indent="-34920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Много корпоративных приложений или компьютерных информационных систем, </a:t>
            </a:r>
            <a:r>
              <a:rPr b="0" lang="ru-RU" sz="2200" spc="-1" strike="noStrike">
                <a:solidFill>
                  <a:srgbClr val="191b0e"/>
                </a:solidFill>
                <a:latin typeface="Franklin Gothic Book"/>
              </a:rPr>
              <a:t>которые до недавнего времени использовались в качестве настольных (</a:t>
            </a:r>
            <a:r>
              <a:rPr b="0" lang="en-US" sz="2200" spc="-1" strike="noStrike">
                <a:solidFill>
                  <a:srgbClr val="191b0e"/>
                </a:solidFill>
                <a:latin typeface="Franklin Gothic Book"/>
              </a:rPr>
              <a:t>desktop</a:t>
            </a:r>
            <a:r>
              <a:rPr b="0" lang="ru-RU" sz="2200" spc="-1" strike="noStrike">
                <a:solidFill>
                  <a:srgbClr val="191b0e"/>
                </a:solidFill>
                <a:latin typeface="Franklin Gothic Book"/>
              </a:rPr>
              <a:t>) </a:t>
            </a:r>
            <a:r>
              <a:rPr b="0" lang="ru-RU" sz="2200" spc="-1" strike="noStrike">
                <a:solidFill>
                  <a:srgbClr val="191b0e"/>
                </a:solidFill>
                <a:latin typeface="Franklin Gothic Book"/>
              </a:rPr>
              <a:t>приложений</a:t>
            </a:r>
            <a:r>
              <a:rPr b="0" lang="en-US" sz="2200" spc="-1" strike="noStrike">
                <a:solidFill>
                  <a:srgbClr val="191b0e"/>
                </a:solidFill>
                <a:latin typeface="Franklin Gothic Book"/>
              </a:rPr>
              <a:t>,</a:t>
            </a:r>
            <a:r>
              <a:rPr b="0" lang="ru-RU" sz="2200" spc="-1" strike="noStrike">
                <a:solidFill>
                  <a:srgbClr val="191b0e"/>
                </a:solidFill>
                <a:latin typeface="Franklin Gothic Book"/>
              </a:rPr>
              <a:t> в последнее время, путем модернизации, стали использовать веб-</a:t>
            </a:r>
            <a:r>
              <a:rPr b="0" lang="ru-RU" sz="2200" spc="-1" strike="noStrike">
                <a:solidFill>
                  <a:srgbClr val="191b0e"/>
                </a:solidFill>
                <a:latin typeface="Franklin Gothic Book"/>
              </a:rPr>
              <a:t>технологии</a:t>
            </a:r>
            <a:endParaRPr b="0" lang="en-US" sz="2200" spc="-1" strike="noStrike">
              <a:solidFill>
                <a:srgbClr val="191b0e"/>
              </a:solidFill>
              <a:latin typeface="Franklin Gothic Book"/>
            </a:endParaRPr>
          </a:p>
          <a:p>
            <a:pPr marL="349200" indent="-34920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Дополнительно </a:t>
            </a:r>
            <a:r>
              <a:rPr b="0" lang="ro-RO" sz="2200" spc="-1" strike="noStrike" u="sng">
                <a:solidFill>
                  <a:srgbClr val="77a2bb"/>
                </a:solidFill>
                <a:uFillTx/>
                <a:latin typeface="Franklin Gothic Book"/>
                <a:hlinkClick r:id="rId1"/>
              </a:rPr>
              <a:t>https://habr.com/company/haulmont/blog/354992/</a:t>
            </a:r>
            <a:r>
              <a:rPr b="0" lang="ru-RU" sz="2200" spc="-1" strike="noStrike">
                <a:solidFill>
                  <a:srgbClr val="191b0e"/>
                </a:solidFill>
                <a:latin typeface="Franklin Gothic Book"/>
              </a:rPr>
              <a:t> </a:t>
            </a:r>
            <a:endParaRPr b="0" lang="en-US" sz="22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1371600" y="685800"/>
            <a:ext cx="9600840" cy="1248480"/>
          </a:xfrm>
          <a:prstGeom prst="rect">
            <a:avLst/>
          </a:prstGeom>
          <a:noFill/>
          <a:ln w="0">
            <a:noFill/>
          </a:ln>
        </p:spPr>
        <p:txBody>
          <a:bodyPr anchor="t">
            <a:normAutofit/>
          </a:bodyPr>
          <a:p>
            <a:pPr indent="0">
              <a:lnSpc>
                <a:spcPct val="89000"/>
              </a:lnSpc>
              <a:buNone/>
            </a:pPr>
            <a:r>
              <a:rPr b="0" lang="ru-RU" sz="4400" spc="-1" strike="noStrike">
                <a:solidFill>
                  <a:srgbClr val="191b0e"/>
                </a:solidFill>
                <a:latin typeface="Franklin Gothic Book"/>
              </a:rPr>
              <a:t>Необходимость создания безопасных веб приложений</a:t>
            </a:r>
            <a:endParaRPr b="0" lang="en-US" sz="4400" spc="-1" strike="noStrike">
              <a:solidFill>
                <a:srgbClr val="000000"/>
              </a:solidFill>
              <a:latin typeface="Franklin Gothic Book"/>
            </a:endParaRPr>
          </a:p>
        </p:txBody>
      </p:sp>
      <p:sp>
        <p:nvSpPr>
          <p:cNvPr id="93" name="PlaceHolder 2"/>
          <p:cNvSpPr>
            <a:spLocks noGrp="1"/>
          </p:cNvSpPr>
          <p:nvPr>
            <p:ph/>
          </p:nvPr>
        </p:nvSpPr>
        <p:spPr>
          <a:xfrm>
            <a:off x="1371600" y="2093760"/>
            <a:ext cx="7281720" cy="4497120"/>
          </a:xfrm>
          <a:prstGeom prst="rect">
            <a:avLst/>
          </a:prstGeom>
          <a:noFill/>
          <a:ln w="0">
            <a:noFill/>
          </a:ln>
        </p:spPr>
        <p:txBody>
          <a:bodyPr anchor="t">
            <a:normAutofit fontScale="97000"/>
          </a:bodyPr>
          <a:p>
            <a:pPr marL="372240" indent="-3722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Процент использования в организациях веб-приложений каждый год растет, но есть один важный аспект использования веб-приложений:</a:t>
            </a:r>
            <a:endParaRPr b="0" lang="en-US" sz="2000" spc="-1" strike="noStrike">
              <a:solidFill>
                <a:srgbClr val="191b0e"/>
              </a:solidFill>
              <a:latin typeface="Franklin Gothic Book"/>
            </a:endParaRPr>
          </a:p>
          <a:p>
            <a:pPr lvl="1" marL="886680" indent="-372240">
              <a:lnSpc>
                <a:spcPct val="94000"/>
              </a:lnSpc>
              <a:spcBef>
                <a:spcPts val="499"/>
              </a:spcBef>
              <a:spcAft>
                <a:spcPts val="201"/>
              </a:spcAft>
              <a:buClr>
                <a:srgbClr val="191b0e"/>
              </a:buClr>
              <a:buFont typeface="Franklin Gothic Book"/>
              <a:buChar char="–"/>
            </a:pPr>
            <a:r>
              <a:rPr b="0" i="1" lang="ru-RU" sz="2000" spc="-1" strike="noStrike">
                <a:solidFill>
                  <a:srgbClr val="191b0e"/>
                </a:solidFill>
                <a:latin typeface="Franklin Gothic Book"/>
              </a:rPr>
              <a:t>несанкционированный доступ к приложению может привести к потере доверия к организации или</a:t>
            </a:r>
            <a:endParaRPr b="0" lang="en-US" sz="2000" spc="-1" strike="noStrike">
              <a:solidFill>
                <a:srgbClr val="191b0e"/>
              </a:solidFill>
              <a:latin typeface="Franklin Gothic Book"/>
            </a:endParaRPr>
          </a:p>
          <a:p>
            <a:pPr lvl="1" marL="886680" indent="-372240">
              <a:lnSpc>
                <a:spcPct val="94000"/>
              </a:lnSpc>
              <a:spcBef>
                <a:spcPts val="499"/>
              </a:spcBef>
              <a:spcAft>
                <a:spcPts val="201"/>
              </a:spcAft>
              <a:buClr>
                <a:srgbClr val="191b0e"/>
              </a:buClr>
              <a:buFont typeface="Franklin Gothic Book"/>
              <a:buChar char="–"/>
            </a:pPr>
            <a:r>
              <a:rPr b="0" i="1" lang="ru-RU" sz="2000" spc="-1" strike="noStrike">
                <a:solidFill>
                  <a:srgbClr val="191b0e"/>
                </a:solidFill>
                <a:latin typeface="Franklin Gothic Book"/>
              </a:rPr>
              <a:t>организация может потерять часть своих клиентов (из-за неправильного хранения их личных данных) или </a:t>
            </a:r>
            <a:endParaRPr b="0" lang="en-US" sz="2000" spc="-1" strike="noStrike">
              <a:solidFill>
                <a:srgbClr val="191b0e"/>
              </a:solidFill>
              <a:latin typeface="Franklin Gothic Book"/>
            </a:endParaRPr>
          </a:p>
          <a:p>
            <a:pPr lvl="1" marL="886680" indent="-372240">
              <a:lnSpc>
                <a:spcPct val="94000"/>
              </a:lnSpc>
              <a:spcBef>
                <a:spcPts val="499"/>
              </a:spcBef>
              <a:spcAft>
                <a:spcPts val="201"/>
              </a:spcAft>
              <a:buClr>
                <a:srgbClr val="191b0e"/>
              </a:buClr>
              <a:buFont typeface="Franklin Gothic Book"/>
              <a:buChar char="–"/>
            </a:pPr>
            <a:r>
              <a:rPr b="0" i="1" lang="ru-RU" sz="2000" spc="-1" strike="noStrike">
                <a:solidFill>
                  <a:srgbClr val="191b0e"/>
                </a:solidFill>
                <a:latin typeface="Franklin Gothic Book"/>
              </a:rPr>
              <a:t>организация может иметь несколько прямых или косвенных финансовых потерь (для восстановления вандализированных ресурсов)</a:t>
            </a:r>
            <a:endParaRPr b="0" lang="en-US" sz="2000" spc="-1" strike="noStrike">
              <a:solidFill>
                <a:srgbClr val="191b0e"/>
              </a:solidFill>
              <a:latin typeface="Franklin Gothic Book"/>
            </a:endParaRPr>
          </a:p>
          <a:p>
            <a:pPr marL="372240" indent="-3722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По этим причинам разработка безопасного приложения имеет большое значение, наряду с целью разработки функционального веб-приложения</a:t>
            </a:r>
            <a:endParaRPr b="0" lang="en-US" sz="2000" spc="-1" strike="noStrike">
              <a:solidFill>
                <a:srgbClr val="191b0e"/>
              </a:solidFill>
              <a:latin typeface="Franklin Gothic Book"/>
            </a:endParaRPr>
          </a:p>
        </p:txBody>
      </p:sp>
      <p:grpSp>
        <p:nvGrpSpPr>
          <p:cNvPr id="94" name="Group 3"/>
          <p:cNvGrpSpPr/>
          <p:nvPr/>
        </p:nvGrpSpPr>
        <p:grpSpPr>
          <a:xfrm>
            <a:off x="8216280" y="4163040"/>
            <a:ext cx="3843000" cy="2326680"/>
            <a:chOff x="8216280" y="4163040"/>
            <a:chExt cx="3843000" cy="2326680"/>
          </a:xfrm>
        </p:grpSpPr>
        <p:pic>
          <p:nvPicPr>
            <p:cNvPr id="95" name="Picture 4" descr=""/>
            <p:cNvPicPr/>
            <p:nvPr/>
          </p:nvPicPr>
          <p:blipFill>
            <a:blip r:embed="rId1"/>
            <a:stretch/>
          </p:blipFill>
          <p:spPr>
            <a:xfrm>
              <a:off x="8246160" y="4163040"/>
              <a:ext cx="3317760" cy="2326680"/>
            </a:xfrm>
            <a:prstGeom prst="rect">
              <a:avLst/>
            </a:prstGeom>
            <a:ln w="0">
              <a:noFill/>
            </a:ln>
          </p:spPr>
        </p:pic>
        <p:pic>
          <p:nvPicPr>
            <p:cNvPr id="96" name="Picture 5" descr=""/>
            <p:cNvPicPr/>
            <p:nvPr/>
          </p:nvPicPr>
          <p:blipFill>
            <a:blip r:embed="rId2"/>
            <a:stretch/>
          </p:blipFill>
          <p:spPr>
            <a:xfrm>
              <a:off x="8216280" y="5905080"/>
              <a:ext cx="520560" cy="584640"/>
            </a:xfrm>
            <a:prstGeom prst="rect">
              <a:avLst/>
            </a:prstGeom>
            <a:ln w="0">
              <a:noFill/>
            </a:ln>
          </p:spPr>
        </p:pic>
        <p:pic>
          <p:nvPicPr>
            <p:cNvPr id="97" name="Picture 6" descr=""/>
            <p:cNvPicPr/>
            <p:nvPr/>
          </p:nvPicPr>
          <p:blipFill>
            <a:blip r:embed="rId3"/>
            <a:stretch/>
          </p:blipFill>
          <p:spPr>
            <a:xfrm>
              <a:off x="11511000" y="5928120"/>
              <a:ext cx="548280" cy="506520"/>
            </a:xfrm>
            <a:prstGeom prst="rect">
              <a:avLst/>
            </a:prstGeom>
            <a:ln w="0">
              <a:noFill/>
            </a:ln>
          </p:spPr>
        </p:pic>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1371600" y="685800"/>
            <a:ext cx="9600840" cy="891000"/>
          </a:xfrm>
          <a:prstGeom prst="rect">
            <a:avLst/>
          </a:prstGeom>
          <a:noFill/>
          <a:ln w="0">
            <a:noFill/>
          </a:ln>
        </p:spPr>
        <p:txBody>
          <a:bodyPr anchor="t">
            <a:noAutofit/>
          </a:bodyPr>
          <a:p>
            <a:pPr indent="0">
              <a:lnSpc>
                <a:spcPct val="89000"/>
              </a:lnSpc>
              <a:buNone/>
            </a:pPr>
            <a:r>
              <a:rPr b="0" lang="ru-RU" sz="4400" spc="-1" strike="noStrike">
                <a:solidFill>
                  <a:srgbClr val="191b0e"/>
                </a:solidFill>
                <a:latin typeface="Franklin Gothic Book"/>
              </a:rPr>
              <a:t>Безопасность веб приложений</a:t>
            </a:r>
            <a:endParaRPr b="0" lang="en-US" sz="4400" spc="-1" strike="noStrike">
              <a:solidFill>
                <a:srgbClr val="000000"/>
              </a:solidFill>
              <a:latin typeface="Franklin Gothic Book"/>
            </a:endParaRPr>
          </a:p>
        </p:txBody>
      </p:sp>
      <p:sp>
        <p:nvSpPr>
          <p:cNvPr id="99" name="PlaceHolder 2"/>
          <p:cNvSpPr>
            <a:spLocks noGrp="1"/>
          </p:cNvSpPr>
          <p:nvPr>
            <p:ph/>
          </p:nvPr>
        </p:nvSpPr>
        <p:spPr>
          <a:xfrm>
            <a:off x="1371600" y="1577160"/>
            <a:ext cx="10038240" cy="4995720"/>
          </a:xfrm>
          <a:prstGeom prst="rect">
            <a:avLst/>
          </a:prstGeom>
          <a:noFill/>
          <a:ln w="0">
            <a:noFill/>
          </a:ln>
        </p:spPr>
        <p:txBody>
          <a:bodyPr anchor="t">
            <a:noAutofit/>
          </a:bodyPr>
          <a:p>
            <a:pPr marL="384120" indent="-384120">
              <a:lnSpc>
                <a:spcPct val="94000"/>
              </a:lnSpc>
              <a:spcBef>
                <a:spcPts val="1001"/>
              </a:spcBef>
              <a:spcAft>
                <a:spcPts val="201"/>
              </a:spcAft>
              <a:buClr>
                <a:srgbClr val="191b0e"/>
              </a:buClr>
              <a:buFont typeface="Franklin Gothic Book"/>
              <a:buChar char="■"/>
            </a:pPr>
            <a:r>
              <a:rPr b="1" lang="ru-RU" sz="2200" spc="-1" strike="noStrike">
                <a:solidFill>
                  <a:srgbClr val="191b0e"/>
                </a:solidFill>
                <a:latin typeface="Franklin Gothic Book"/>
              </a:rPr>
              <a:t>Безопасность веб-приложений </a:t>
            </a:r>
            <a:r>
              <a:rPr b="0" lang="ru-RU" sz="2200" spc="-1" strike="noStrike">
                <a:solidFill>
                  <a:srgbClr val="191b0e"/>
                </a:solidFill>
                <a:latin typeface="Franklin Gothic Book"/>
              </a:rPr>
              <a:t>- это подразделение информационной безопасности, которая занимается, в частности безопасностью веб-сайтов, веб-приложений и веб-сервисов</a:t>
            </a:r>
            <a:endParaRPr b="0" lang="en-US" sz="22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На высоком уровне безопасность веб-приложений основана на принципах безопасности приложений, но эти принципы специально применяются к информационным системам и приложениям, доступным пользователям через веб-интерфейсы</a:t>
            </a:r>
            <a:endParaRPr b="0" lang="en-US" sz="22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В начале 2000-х годов, с появлением Web 2.0, который имеет в качестве базовой функции участие пользователя в создании и / или изменении веб-контента (например, социальные сети), приводит к увеличению обмена информацией через компьютерные сети</a:t>
            </a:r>
            <a:endParaRPr b="0" lang="en-US" sz="22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Это значительно увеличивает количество услуг и бизнеса, управляемых через Интернет. По этой причине хакеры все чаще пытаются скомпрометировать цифровые ресурсы и корпоративные сети</a:t>
            </a:r>
            <a:endParaRPr b="0" lang="en-US" sz="22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371600" y="685800"/>
            <a:ext cx="9600840" cy="917280"/>
          </a:xfrm>
          <a:prstGeom prst="rect">
            <a:avLst/>
          </a:prstGeom>
          <a:noFill/>
          <a:ln w="0">
            <a:noFill/>
          </a:ln>
        </p:spPr>
        <p:txBody>
          <a:bodyPr anchor="t">
            <a:noAutofit/>
          </a:bodyPr>
          <a:p>
            <a:pPr indent="0">
              <a:lnSpc>
                <a:spcPct val="89000"/>
              </a:lnSpc>
              <a:buNone/>
            </a:pPr>
            <a:r>
              <a:rPr b="0" lang="ru-RU" sz="4400" spc="-1" strike="noStrike">
                <a:solidFill>
                  <a:srgbClr val="191b0e"/>
                </a:solidFill>
                <a:latin typeface="Franklin Gothic Book"/>
              </a:rPr>
              <a:t>Определение понятия</a:t>
            </a:r>
            <a:endParaRPr b="0" lang="en-US" sz="4400" spc="-1" strike="noStrike">
              <a:solidFill>
                <a:srgbClr val="000000"/>
              </a:solidFill>
              <a:latin typeface="Franklin Gothic Book"/>
            </a:endParaRPr>
          </a:p>
        </p:txBody>
      </p:sp>
      <p:sp>
        <p:nvSpPr>
          <p:cNvPr id="101" name="PlaceHolder 2"/>
          <p:cNvSpPr>
            <a:spLocks noGrp="1"/>
          </p:cNvSpPr>
          <p:nvPr>
            <p:ph/>
          </p:nvPr>
        </p:nvSpPr>
        <p:spPr>
          <a:xfrm>
            <a:off x="1371600" y="1510920"/>
            <a:ext cx="9905760" cy="4916160"/>
          </a:xfrm>
          <a:prstGeom prst="rect">
            <a:avLst/>
          </a:prstGeom>
          <a:noFill/>
          <a:ln w="0">
            <a:noFill/>
          </a:ln>
        </p:spPr>
        <p:txBody>
          <a:bodyPr anchor="t">
            <a:normAutofit fontScale="90000"/>
          </a:bodyPr>
          <a:p>
            <a:pPr marL="345600" indent="-345600">
              <a:lnSpc>
                <a:spcPct val="94000"/>
              </a:lnSpc>
              <a:spcBef>
                <a:spcPts val="1001"/>
              </a:spcBef>
              <a:spcAft>
                <a:spcPts val="201"/>
              </a:spcAft>
              <a:buClr>
                <a:srgbClr val="191b0e"/>
              </a:buClr>
              <a:buFont typeface="Franklin Gothic Book"/>
              <a:buChar char="■"/>
            </a:pPr>
            <a:r>
              <a:rPr b="1" lang="ru-RU" sz="2200" spc="-1" strike="noStrike">
                <a:solidFill>
                  <a:srgbClr val="191b0e"/>
                </a:solidFill>
                <a:latin typeface="Franklin Gothic Book"/>
              </a:rPr>
              <a:t>Безопасность приложений </a:t>
            </a:r>
            <a:r>
              <a:rPr b="0" lang="ru-RU" sz="2200" spc="-1" strike="noStrike">
                <a:solidFill>
                  <a:srgbClr val="191b0e"/>
                </a:solidFill>
                <a:latin typeface="Franklin Gothic Book"/>
              </a:rPr>
              <a:t>включает меры, направленные на </a:t>
            </a:r>
            <a:r>
              <a:rPr b="1" lang="ru-RU" sz="2200" spc="-1" strike="noStrike">
                <a:solidFill>
                  <a:srgbClr val="191b0e"/>
                </a:solidFill>
                <a:latin typeface="Franklin Gothic Book"/>
              </a:rPr>
              <a:t>повышение безопасности приложения, путем обнаружения, удаления или предотвращения уязвимостей системы безопасности</a:t>
            </a:r>
            <a:endParaRPr b="0" lang="en-US" sz="2200" spc="-1" strike="noStrike">
              <a:solidFill>
                <a:srgbClr val="191b0e"/>
              </a:solidFill>
              <a:latin typeface="Franklin Gothic Book"/>
            </a:endParaRPr>
          </a:p>
          <a:p>
            <a:pPr lvl="1" marL="822960" indent="-345600">
              <a:lnSpc>
                <a:spcPct val="94000"/>
              </a:lnSpc>
              <a:spcBef>
                <a:spcPts val="499"/>
              </a:spcBef>
              <a:spcAft>
                <a:spcPts val="201"/>
              </a:spcAft>
              <a:buClr>
                <a:srgbClr val="191b0e"/>
              </a:buClr>
              <a:buFont typeface="Franklin Gothic Book"/>
              <a:buChar char="–"/>
            </a:pPr>
            <a:r>
              <a:rPr b="0" i="1" lang="ru-RU" sz="2200" spc="-1" strike="noStrike">
                <a:solidFill>
                  <a:srgbClr val="191b0e"/>
                </a:solidFill>
                <a:latin typeface="Franklin Gothic Book"/>
              </a:rPr>
              <a:t>Для преодоления таких уязвимостей безопасности, используются разные технологии на разных этапах жизненного цикла приложений </a:t>
            </a:r>
            <a:endParaRPr b="0" lang="en-US" sz="2200" spc="-1" strike="noStrike">
              <a:solidFill>
                <a:srgbClr val="191b0e"/>
              </a:solidFill>
              <a:latin typeface="Franklin Gothic Book"/>
            </a:endParaRPr>
          </a:p>
          <a:p>
            <a:pPr marL="345600" indent="-345600">
              <a:lnSpc>
                <a:spcPct val="94000"/>
              </a:lnSpc>
              <a:spcBef>
                <a:spcPts val="1001"/>
              </a:spcBef>
              <a:spcAft>
                <a:spcPts val="201"/>
              </a:spcAft>
              <a:buClr>
                <a:srgbClr val="191b0e"/>
              </a:buClr>
              <a:buFont typeface="Franklin Gothic Book"/>
              <a:buChar char="■"/>
            </a:pPr>
            <a:r>
              <a:rPr b="1" lang="ru-RU" sz="2200" spc="-1" strike="noStrike">
                <a:solidFill>
                  <a:srgbClr val="191b0e"/>
                </a:solidFill>
                <a:latin typeface="Franklin Gothic Book"/>
              </a:rPr>
              <a:t>Уязвимость</a:t>
            </a:r>
            <a:r>
              <a:rPr b="0" lang="ru-RU" sz="2200" spc="-1" strike="noStrike">
                <a:solidFill>
                  <a:srgbClr val="191b0e"/>
                </a:solidFill>
                <a:latin typeface="Franklin Gothic Book"/>
              </a:rPr>
              <a:t> является недостатком приложения, которое возникает в результате дефекта проектирования или ошибки реализации</a:t>
            </a:r>
            <a:endParaRPr b="0" lang="en-US" sz="2200" spc="-1" strike="noStrike">
              <a:solidFill>
                <a:srgbClr val="191b0e"/>
              </a:solidFill>
              <a:latin typeface="Franklin Gothic Book"/>
            </a:endParaRPr>
          </a:p>
          <a:p>
            <a:pPr marL="345600" indent="-34560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Уязвимость позволяет злоумышленнику нанести вред заинтересованным сторонам в процесе использовании приложения. Заинтересованные стороны включают владельца приложения, пользователей приложения и других участников, которые используют приложение</a:t>
            </a:r>
            <a:endParaRPr b="0" lang="en-US" sz="2200" spc="-1" strike="noStrike">
              <a:solidFill>
                <a:srgbClr val="191b0e"/>
              </a:solidFill>
              <a:latin typeface="Franklin Gothic Book"/>
            </a:endParaRPr>
          </a:p>
          <a:p>
            <a:pPr marL="345600" indent="-34560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Термин «уязвимость» используется очень редко. Тем не менее,</a:t>
            </a:r>
            <a:r>
              <a:rPr b="0" lang="en-US" sz="2200" spc="-1" strike="noStrike">
                <a:solidFill>
                  <a:srgbClr val="191b0e"/>
                </a:solidFill>
                <a:latin typeface="Franklin Gothic Book"/>
              </a:rPr>
              <a:t> </a:t>
            </a:r>
            <a:r>
              <a:rPr b="0" lang="ru-RU" sz="2200" spc="-1" strike="noStrike">
                <a:solidFill>
                  <a:srgbClr val="191b0e"/>
                </a:solidFill>
                <a:latin typeface="Franklin Gothic Book"/>
              </a:rPr>
              <a:t>такие понятия как  «угрозы», «атаки» и «контрмеры» могут быть включены в процесс борьбы с ними</a:t>
            </a:r>
            <a:endParaRPr b="0" lang="en-US" sz="22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1371600" y="685800"/>
            <a:ext cx="9600840" cy="930600"/>
          </a:xfrm>
          <a:prstGeom prst="rect">
            <a:avLst/>
          </a:prstGeom>
          <a:noFill/>
          <a:ln w="0">
            <a:noFill/>
          </a:ln>
        </p:spPr>
        <p:txBody>
          <a:bodyPr anchor="t">
            <a:noAutofit/>
          </a:bodyPr>
          <a:p>
            <a:pPr indent="0">
              <a:lnSpc>
                <a:spcPct val="89000"/>
              </a:lnSpc>
              <a:buNone/>
            </a:pPr>
            <a:r>
              <a:rPr b="0" lang="ru-RU" sz="4400" spc="-1" strike="noStrike">
                <a:solidFill>
                  <a:srgbClr val="191b0e"/>
                </a:solidFill>
                <a:latin typeface="Franklin Gothic Book"/>
              </a:rPr>
              <a:t>Примеры уязвимостей</a:t>
            </a:r>
            <a:endParaRPr b="0" lang="en-US" sz="4400" spc="-1" strike="noStrike">
              <a:solidFill>
                <a:srgbClr val="000000"/>
              </a:solidFill>
              <a:latin typeface="Franklin Gothic Book"/>
            </a:endParaRPr>
          </a:p>
        </p:txBody>
      </p:sp>
      <p:sp>
        <p:nvSpPr>
          <p:cNvPr id="103" name="PlaceHolder 2"/>
          <p:cNvSpPr>
            <a:spLocks noGrp="1"/>
          </p:cNvSpPr>
          <p:nvPr>
            <p:ph/>
          </p:nvPr>
        </p:nvSpPr>
        <p:spPr>
          <a:xfrm>
            <a:off x="1371600" y="1616760"/>
            <a:ext cx="10223640" cy="4982400"/>
          </a:xfrm>
          <a:prstGeom prst="rect">
            <a:avLst/>
          </a:prstGeom>
          <a:noFill/>
          <a:ln w="0">
            <a:noFill/>
          </a:ln>
        </p:spPr>
        <p:txBody>
          <a:bodyPr anchor="t">
            <a:normAutofit fontScale="88000"/>
          </a:bodyPr>
          <a:p>
            <a:pPr marL="365040" indent="-3650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Отсутствие проверки входных данных пользователя</a:t>
            </a:r>
            <a:endParaRPr b="0" lang="en-US" sz="2000" spc="-1" strike="noStrike">
              <a:solidFill>
                <a:srgbClr val="191b0e"/>
              </a:solidFill>
              <a:latin typeface="Franklin Gothic Book"/>
            </a:endParaRPr>
          </a:p>
          <a:p>
            <a:pPr marL="365040" indent="-3650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Отсутствие достаточного механизма аутентификации и регистрации действий пользователей в процесе использования приложений</a:t>
            </a:r>
            <a:endParaRPr b="0" lang="en-US" sz="2000" spc="-1" strike="noStrike">
              <a:solidFill>
                <a:srgbClr val="191b0e"/>
              </a:solidFill>
              <a:latin typeface="Franklin Gothic Book"/>
            </a:endParaRPr>
          </a:p>
          <a:p>
            <a:pPr marL="365040" indent="-3650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Неверная обработка ошибок</a:t>
            </a:r>
            <a:endParaRPr b="0" lang="en-US" sz="2000" spc="-1" strike="noStrike">
              <a:solidFill>
                <a:srgbClr val="191b0e"/>
              </a:solidFill>
              <a:latin typeface="Franklin Gothic Book"/>
            </a:endParaRPr>
          </a:p>
          <a:p>
            <a:pPr marL="365040" indent="-3650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Соединение с базой данных не закрывается должным образом</a:t>
            </a:r>
            <a:endParaRPr b="0" lang="en-US" sz="2000" spc="-1" strike="noStrike">
              <a:solidFill>
                <a:srgbClr val="191b0e"/>
              </a:solidFill>
              <a:latin typeface="Franklin Gothic Book"/>
            </a:endParaRPr>
          </a:p>
          <a:p>
            <a:pPr marL="365040" indent="-3650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По итогам 2015 года среди абсолютных лидеров можно отметить уязвимости межсайтового выполнения сценариев (в результате таких атак злоумышленник может, например, получить доступ к личному кабинету пользователя и выполнять мошеннические операции), что обнаружено в 80% проанализированных специалистами приложений. Или же разглашение чувствительной информации, риск которого присутствует в 50% приложений. А также атаки на включение внешних сущностей в XML, характерные для 40% изученных приложений. Последнее, кстати, позволяет реализовать широкий спектр угроз вплоть до получения полного контроля над атакуемым сервером. В общей сложности более 70% всех обследованных приложений содержали уязвимости высокой степени риска (в России)</a:t>
            </a:r>
            <a:endParaRPr b="0" lang="en-US" sz="2000" spc="-1" strike="noStrike">
              <a:solidFill>
                <a:srgbClr val="191b0e"/>
              </a:solidFill>
              <a:latin typeface="Franklin Gothic Book"/>
            </a:endParaRPr>
          </a:p>
          <a:p>
            <a:pPr marL="365040" indent="-3650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Больше информаций об уязвимостях</a:t>
            </a:r>
            <a:r>
              <a:rPr b="0" lang="ro-RO" sz="2000" spc="-1" strike="noStrike">
                <a:solidFill>
                  <a:srgbClr val="191b0e"/>
                </a:solidFill>
                <a:latin typeface="Franklin Gothic Book"/>
              </a:rPr>
              <a:t> </a:t>
            </a:r>
            <a:r>
              <a:rPr b="0" lang="ro-RO" sz="2000" spc="-1" strike="noStrike" u="sng">
                <a:solidFill>
                  <a:srgbClr val="77a2bb"/>
                </a:solidFill>
                <a:uFillTx/>
                <a:latin typeface="Franklin Gothic Book"/>
                <a:hlinkClick r:id="rId1"/>
              </a:rPr>
              <a:t>https://www.owasp.org/index.php/Top_10-2017_Top_10</a:t>
            </a:r>
            <a:r>
              <a:rPr b="0" lang="ro-RO" sz="2000" spc="-1" strike="noStrike">
                <a:solidFill>
                  <a:srgbClr val="191b0e"/>
                </a:solidFill>
                <a:latin typeface="Franklin Gothic Book"/>
              </a:rPr>
              <a:t> </a:t>
            </a:r>
            <a:endParaRPr b="0" lang="en-US" sz="20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1371600" y="685800"/>
            <a:ext cx="9600840" cy="1485720"/>
          </a:xfrm>
          <a:prstGeom prst="rect">
            <a:avLst/>
          </a:prstGeom>
          <a:noFill/>
          <a:ln w="0">
            <a:noFill/>
          </a:ln>
        </p:spPr>
        <p:txBody>
          <a:bodyPr anchor="t">
            <a:noAutofit/>
          </a:bodyPr>
          <a:p>
            <a:pPr indent="0">
              <a:lnSpc>
                <a:spcPct val="89000"/>
              </a:lnSpc>
              <a:buNone/>
            </a:pPr>
            <a:r>
              <a:rPr b="0" lang="ro-MD" sz="4400" spc="-1" strike="noStrike">
                <a:solidFill>
                  <a:srgbClr val="191b0e"/>
                </a:solidFill>
                <a:latin typeface="Franklin Gothic Book"/>
              </a:rPr>
              <a:t>OPEN WEB APPLICATION SECURITY PROJECT</a:t>
            </a:r>
            <a:endParaRPr b="0" lang="en-US" sz="4400" spc="-1" strike="noStrike">
              <a:solidFill>
                <a:srgbClr val="000000"/>
              </a:solidFill>
              <a:latin typeface="Franklin Gothic Book"/>
            </a:endParaRPr>
          </a:p>
        </p:txBody>
      </p:sp>
      <p:sp>
        <p:nvSpPr>
          <p:cNvPr id="105" name="PlaceHolder 2"/>
          <p:cNvSpPr>
            <a:spLocks noGrp="1"/>
          </p:cNvSpPr>
          <p:nvPr>
            <p:ph/>
          </p:nvPr>
        </p:nvSpPr>
        <p:spPr>
          <a:xfrm>
            <a:off x="1371600" y="2171520"/>
            <a:ext cx="10051560" cy="4308120"/>
          </a:xfrm>
          <a:prstGeom prst="rect">
            <a:avLst/>
          </a:prstGeom>
          <a:noFill/>
          <a:ln w="0">
            <a:noFill/>
          </a:ln>
        </p:spPr>
        <p:txBody>
          <a:bodyPr anchor="t">
            <a:normAutofit fontScale="93000"/>
          </a:bodyPr>
          <a:p>
            <a:pPr marL="357120" indent="-357120">
              <a:lnSpc>
                <a:spcPct val="94000"/>
              </a:lnSpc>
              <a:spcBef>
                <a:spcPts val="1001"/>
              </a:spcBef>
              <a:spcAft>
                <a:spcPts val="201"/>
              </a:spcAft>
              <a:buClr>
                <a:srgbClr val="191b0e"/>
              </a:buClr>
              <a:buFont typeface="Franklin Gothic Book"/>
              <a:buChar char="■"/>
            </a:pPr>
            <a:r>
              <a:rPr b="0" lang="ru-RU" sz="2400" spc="-1" strike="noStrike">
                <a:solidFill>
                  <a:srgbClr val="191b0e"/>
                </a:solidFill>
                <a:latin typeface="Franklin Gothic Book"/>
              </a:rPr>
              <a:t>Среди разработчиков появились рекомендации, к обеспечению безопасности WEB-приложений, которые вылились в проект под названием: Open Web Application Security Project (OWASP)</a:t>
            </a:r>
            <a:endParaRPr b="0" lang="en-US" sz="2400" spc="-1" strike="noStrike">
              <a:solidFill>
                <a:srgbClr val="191b0e"/>
              </a:solidFill>
              <a:latin typeface="Franklin Gothic Book"/>
            </a:endParaRPr>
          </a:p>
          <a:p>
            <a:pPr marL="357120" indent="-357120">
              <a:lnSpc>
                <a:spcPct val="94000"/>
              </a:lnSpc>
              <a:spcBef>
                <a:spcPts val="1001"/>
              </a:spcBef>
              <a:spcAft>
                <a:spcPts val="201"/>
              </a:spcAft>
              <a:buClr>
                <a:srgbClr val="191b0e"/>
              </a:buClr>
              <a:buFont typeface="Franklin Gothic Book"/>
              <a:buChar char="■"/>
            </a:pPr>
            <a:r>
              <a:rPr b="0" lang="ru-RU" sz="2400" spc="-1" strike="noStrike">
                <a:solidFill>
                  <a:srgbClr val="191b0e"/>
                </a:solidFill>
                <a:latin typeface="Franklin Gothic Book"/>
              </a:rPr>
              <a:t>OWASP – это открытый проект обеспечения безопасности WEB-приложений, который включает в себя корпорации, образовательные организации и индивидуальных разработчиков, которые совместными усилиями формируют статьи, рекомендации и учебные пособия, находящиеся в свободном доступе и рекомендуемы при разработке WEB-приложений. Также проект включает в себя ряд тренировочных задач и инструменты для анализа безопасности WEB-приложений</a:t>
            </a:r>
            <a:br>
              <a:rPr sz="2400"/>
            </a:br>
            <a:r>
              <a:rPr b="0" lang="ro-RO" sz="2400" spc="-1" strike="noStrike">
                <a:solidFill>
                  <a:srgbClr val="191b0e"/>
                </a:solidFill>
                <a:latin typeface="Franklin Gothic Book"/>
              </a:rPr>
              <a:t> </a:t>
            </a:r>
            <a:endParaRPr b="0" lang="en-US" sz="2400" spc="-1" strike="noStrike">
              <a:solidFill>
                <a:srgbClr val="191b0e"/>
              </a:solidFill>
              <a:latin typeface="Franklin Gothic Book"/>
            </a:endParaRPr>
          </a:p>
          <a:p>
            <a:pPr indent="0">
              <a:lnSpc>
                <a:spcPct val="94000"/>
              </a:lnSpc>
              <a:spcBef>
                <a:spcPts val="1001"/>
              </a:spcBef>
              <a:spcAft>
                <a:spcPts val="201"/>
              </a:spcAft>
              <a:buNone/>
            </a:pPr>
            <a:endParaRPr b="0" lang="en-US" sz="24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371600" y="685800"/>
            <a:ext cx="9600840" cy="1485720"/>
          </a:xfrm>
          <a:prstGeom prst="rect">
            <a:avLst/>
          </a:prstGeom>
          <a:noFill/>
          <a:ln w="0">
            <a:noFill/>
          </a:ln>
        </p:spPr>
        <p:txBody>
          <a:bodyPr anchor="t">
            <a:normAutofit/>
          </a:bodyPr>
          <a:p>
            <a:pPr indent="0">
              <a:lnSpc>
                <a:spcPct val="89000"/>
              </a:lnSpc>
              <a:buNone/>
            </a:pPr>
            <a:r>
              <a:rPr b="1" lang="ru-RU" sz="4400" spc="-1" strike="noStrike">
                <a:solidFill>
                  <a:srgbClr val="191b0e"/>
                </a:solidFill>
                <a:latin typeface="Franklin Gothic Book"/>
              </a:rPr>
              <a:t>Риски которые угрожают веб приложениям</a:t>
            </a:r>
            <a:endParaRPr b="0" lang="en-US" sz="4400" spc="-1" strike="noStrike">
              <a:solidFill>
                <a:srgbClr val="000000"/>
              </a:solidFill>
              <a:latin typeface="Franklin Gothic Book"/>
            </a:endParaRPr>
          </a:p>
        </p:txBody>
      </p:sp>
      <p:sp>
        <p:nvSpPr>
          <p:cNvPr id="107" name="PlaceHolder 2"/>
          <p:cNvSpPr>
            <a:spLocks noGrp="1"/>
          </p:cNvSpPr>
          <p:nvPr>
            <p:ph/>
          </p:nvPr>
        </p:nvSpPr>
        <p:spPr>
          <a:xfrm>
            <a:off x="1371600" y="2171520"/>
            <a:ext cx="10223640" cy="4427640"/>
          </a:xfrm>
          <a:prstGeom prst="rect">
            <a:avLst/>
          </a:prstGeom>
          <a:noFill/>
          <a:ln w="0">
            <a:noFill/>
          </a:ln>
        </p:spPr>
        <p:txBody>
          <a:bodyPr anchor="t">
            <a:normAutofit fontScale="91000"/>
          </a:bodyPr>
          <a:p>
            <a:pPr marL="349200" indent="-34920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Атакующие могут использовать несколько способов проникновения в веб-приложение, чтобы нанести вред бизнесу или организации</a:t>
            </a:r>
            <a:endParaRPr b="0" lang="en-US" sz="2200" spc="-1" strike="noStrike">
              <a:solidFill>
                <a:srgbClr val="191b0e"/>
              </a:solidFill>
              <a:latin typeface="Franklin Gothic Book"/>
            </a:endParaRPr>
          </a:p>
          <a:p>
            <a:pPr marL="349200" indent="-34920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Каждый из этих путей представляет собой </a:t>
            </a:r>
            <a:r>
              <a:rPr b="1" lang="ru-RU" sz="2200" spc="-1" strike="noStrike">
                <a:solidFill>
                  <a:srgbClr val="191b0e"/>
                </a:solidFill>
                <a:latin typeface="Franklin Gothic Book"/>
              </a:rPr>
              <a:t>риск</a:t>
            </a:r>
            <a:r>
              <a:rPr b="0" lang="ru-RU" sz="2200" spc="-1" strike="noStrike">
                <a:solidFill>
                  <a:srgbClr val="191b0e"/>
                </a:solidFill>
                <a:latin typeface="Franklin Gothic Book"/>
              </a:rPr>
              <a:t>, который может быть достаточно серьезным, чтобы привлечь внимание разработчиков веб-приложений</a:t>
            </a:r>
            <a:endParaRPr b="0" lang="en-US" sz="2200" spc="-1" strike="noStrike">
              <a:solidFill>
                <a:srgbClr val="191b0e"/>
              </a:solidFill>
              <a:latin typeface="Franklin Gothic Book"/>
            </a:endParaRPr>
          </a:p>
          <a:p>
            <a:pPr marL="349200" indent="-34920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Иногда эти пути легко найти и использовать, а иногда - сложнее. Аналогичным образом, ущерб, причиненный этими рисками, может не иметь серьезных последствий или в других случаях может привести к разрушению бизнеса</a:t>
            </a:r>
            <a:endParaRPr b="0" lang="en-US" sz="2200" spc="-1" strike="noStrike">
              <a:solidFill>
                <a:srgbClr val="191b0e"/>
              </a:solidFill>
              <a:latin typeface="Franklin Gothic Book"/>
            </a:endParaRPr>
          </a:p>
          <a:p>
            <a:pPr marL="349200" indent="-34920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Чтобы определить риск для организации, можно оценить вероятность проявления риска, которая зависит от исходного элемента угрозы, вектора атаки и уязвимости безопасности, в сочетании с оценкой технических потерь и воздействий на</a:t>
            </a:r>
            <a:r>
              <a:rPr b="0" lang="ro-RO" sz="2200" spc="-1" strike="noStrike">
                <a:solidFill>
                  <a:srgbClr val="191b0e"/>
                </a:solidFill>
                <a:latin typeface="Franklin Gothic Book"/>
              </a:rPr>
              <a:t> </a:t>
            </a:r>
            <a:r>
              <a:rPr b="0" lang="ru-RU" sz="2200" spc="-1" strike="noStrike">
                <a:solidFill>
                  <a:srgbClr val="191b0e"/>
                </a:solidFill>
                <a:latin typeface="Franklin Gothic Book"/>
              </a:rPr>
              <a:t>бизнес организации. Все эти факторы вместе определяют общий риск</a:t>
            </a:r>
            <a:endParaRPr b="0" lang="en-US" sz="22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1371600" y="685800"/>
            <a:ext cx="9600840" cy="1485720"/>
          </a:xfrm>
          <a:prstGeom prst="rect">
            <a:avLst/>
          </a:prstGeom>
          <a:noFill/>
          <a:ln w="0">
            <a:noFill/>
          </a:ln>
        </p:spPr>
        <p:txBody>
          <a:bodyPr anchor="t">
            <a:noAutofit/>
          </a:bodyPr>
          <a:p>
            <a:pPr indent="0">
              <a:lnSpc>
                <a:spcPct val="89000"/>
              </a:lnSpc>
              <a:buNone/>
            </a:pPr>
            <a:r>
              <a:rPr b="1" lang="ru-RU" sz="4400" spc="-1" strike="noStrike">
                <a:solidFill>
                  <a:srgbClr val="191b0e"/>
                </a:solidFill>
                <a:latin typeface="Franklin Gothic Book"/>
              </a:rPr>
              <a:t>Факторы, влияющие на риск</a:t>
            </a:r>
            <a:endParaRPr b="0" lang="en-US" sz="4400" spc="-1" strike="noStrike">
              <a:solidFill>
                <a:srgbClr val="000000"/>
              </a:solidFill>
              <a:latin typeface="Franklin Gothic Book"/>
            </a:endParaRPr>
          </a:p>
        </p:txBody>
      </p:sp>
      <p:pic>
        <p:nvPicPr>
          <p:cNvPr id="109" name="Picture 3" descr=""/>
          <p:cNvPicPr/>
          <p:nvPr/>
        </p:nvPicPr>
        <p:blipFill>
          <a:blip r:embed="rId1"/>
          <a:stretch/>
        </p:blipFill>
        <p:spPr>
          <a:xfrm>
            <a:off x="1476720" y="2367000"/>
            <a:ext cx="9319320" cy="32119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1371600" y="685800"/>
            <a:ext cx="9600840" cy="1485720"/>
          </a:xfrm>
          <a:prstGeom prst="rect">
            <a:avLst/>
          </a:prstGeom>
          <a:noFill/>
          <a:ln w="0">
            <a:noFill/>
          </a:ln>
        </p:spPr>
        <p:txBody>
          <a:bodyPr anchor="t">
            <a:noAutofit/>
          </a:bodyPr>
          <a:p>
            <a:pPr indent="0">
              <a:lnSpc>
                <a:spcPct val="89000"/>
              </a:lnSpc>
              <a:buNone/>
            </a:pPr>
            <a:r>
              <a:rPr b="0" lang="ru-RU" sz="4400" spc="-1" strike="noStrike">
                <a:solidFill>
                  <a:srgbClr val="191b0e"/>
                </a:solidFill>
                <a:latin typeface="Franklin Gothic Book"/>
              </a:rPr>
              <a:t>Уязвимости</a:t>
            </a:r>
            <a:r>
              <a:rPr b="0" lang="ro-RO" sz="4400" spc="-1" strike="noStrike">
                <a:solidFill>
                  <a:srgbClr val="191b0e"/>
                </a:solidFill>
                <a:latin typeface="Franklin Gothic Book"/>
              </a:rPr>
              <a:t> vs </a:t>
            </a:r>
            <a:r>
              <a:rPr b="0" lang="ru-RU" sz="4400" spc="-1" strike="noStrike">
                <a:solidFill>
                  <a:srgbClr val="191b0e"/>
                </a:solidFill>
                <a:latin typeface="Franklin Gothic Book"/>
              </a:rPr>
              <a:t>риски</a:t>
            </a:r>
            <a:endParaRPr b="0" lang="en-US" sz="4400" spc="-1" strike="noStrike">
              <a:solidFill>
                <a:srgbClr val="000000"/>
              </a:solidFill>
              <a:latin typeface="Franklin Gothic Book"/>
            </a:endParaRPr>
          </a:p>
        </p:txBody>
      </p:sp>
      <p:sp>
        <p:nvSpPr>
          <p:cNvPr id="111" name="PlaceHolder 2"/>
          <p:cNvSpPr>
            <a:spLocks noGrp="1"/>
          </p:cNvSpPr>
          <p:nvPr>
            <p:ph/>
          </p:nvPr>
        </p:nvSpPr>
        <p:spPr>
          <a:xfrm>
            <a:off x="1371600" y="1921680"/>
            <a:ext cx="9600840" cy="4624560"/>
          </a:xfrm>
          <a:prstGeom prst="rect">
            <a:avLst/>
          </a:prstGeom>
          <a:noFill/>
          <a:ln w="0">
            <a:noFill/>
          </a:ln>
        </p:spPr>
        <p:txBody>
          <a:bodyPr anchor="t">
            <a:normAutofit/>
          </a:bodyPr>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Важное значение имеет обнаружение уязвимостей. Также необходима оценка влияния риска на бизнес</a:t>
            </a:r>
            <a:endParaRPr b="0" lang="en-US" sz="22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В начале жизненного цикла можно определить проблемы, связанные с безопасностью архитектуры или проектированием решения, используя «моделирование угроз». Позже проблемы безопасности можно найти, используя проверку кода или тестирование на проникновение. Или проблемы могут и не быть обнаружены до тех пор, пока приложение не будет выпущено в производство, а затем оно может быть скомпрометировано</a:t>
            </a:r>
            <a:endParaRPr b="0" lang="en-US" sz="22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200" spc="-1" strike="noStrike">
                <a:solidFill>
                  <a:srgbClr val="191b0e"/>
                </a:solidFill>
                <a:latin typeface="Franklin Gothic Book"/>
              </a:rPr>
              <a:t>Риск можно оценить, используя формулу </a:t>
            </a:r>
            <a:r>
              <a:rPr b="0" lang="ro-RO" sz="2200" spc="-1" strike="noStrike">
                <a:solidFill>
                  <a:srgbClr val="191b0e"/>
                </a:solidFill>
                <a:latin typeface="Franklin Gothic Book"/>
              </a:rPr>
              <a:t>: </a:t>
            </a:r>
            <a:endParaRPr b="0" lang="en-US" sz="2200" spc="-1" strike="noStrike">
              <a:solidFill>
                <a:srgbClr val="191b0e"/>
              </a:solidFill>
              <a:latin typeface="Franklin Gothic Book"/>
            </a:endParaRPr>
          </a:p>
          <a:p>
            <a:pPr indent="0">
              <a:lnSpc>
                <a:spcPct val="94000"/>
              </a:lnSpc>
              <a:spcBef>
                <a:spcPts val="1001"/>
              </a:spcBef>
              <a:spcAft>
                <a:spcPts val="201"/>
              </a:spcAft>
              <a:buNone/>
              <a:tabLst>
                <a:tab algn="l" pos="0"/>
              </a:tabLst>
            </a:pPr>
            <a:r>
              <a:rPr b="1" i="1" lang="ru-RU" sz="2200" spc="-1" strike="noStrike">
                <a:solidFill>
                  <a:srgbClr val="191b0e"/>
                </a:solidFill>
                <a:latin typeface="Franklin Gothic Book"/>
              </a:rPr>
              <a:t>Риск</a:t>
            </a:r>
            <a:r>
              <a:rPr b="1" i="1" lang="ro-RO" sz="2200" spc="-1" strike="noStrike">
                <a:solidFill>
                  <a:srgbClr val="191b0e"/>
                </a:solidFill>
                <a:latin typeface="Franklin Gothic Book"/>
              </a:rPr>
              <a:t> = </a:t>
            </a:r>
            <a:r>
              <a:rPr b="1" i="1" lang="ru-RU" sz="2200" spc="-1" strike="noStrike">
                <a:solidFill>
                  <a:srgbClr val="191b0e"/>
                </a:solidFill>
                <a:latin typeface="Franklin Gothic Book"/>
              </a:rPr>
              <a:t>ВероятностьПоявления</a:t>
            </a:r>
            <a:r>
              <a:rPr b="1" i="1" lang="ro-RO" sz="2200" spc="-1" strike="noStrike">
                <a:solidFill>
                  <a:srgbClr val="191b0e"/>
                </a:solidFill>
                <a:latin typeface="Franklin Gothic Book"/>
              </a:rPr>
              <a:t> * </a:t>
            </a:r>
            <a:r>
              <a:rPr b="1" i="1" lang="ru-RU" sz="2200" spc="-1" strike="noStrike">
                <a:solidFill>
                  <a:srgbClr val="191b0e"/>
                </a:solidFill>
                <a:latin typeface="Franklin Gothic Book"/>
              </a:rPr>
              <a:t>Воздействие</a:t>
            </a:r>
            <a:endParaRPr b="0" lang="en-US" sz="2200" spc="-1" strike="noStrike">
              <a:solidFill>
                <a:srgbClr val="191b0e"/>
              </a:solidFill>
              <a:latin typeface="Franklin Gothic Book"/>
            </a:endParaRPr>
          </a:p>
          <a:p>
            <a:pPr lvl="1" marL="914400" indent="-384120">
              <a:lnSpc>
                <a:spcPct val="94000"/>
              </a:lnSpc>
              <a:spcBef>
                <a:spcPts val="499"/>
              </a:spcBef>
              <a:spcAft>
                <a:spcPts val="201"/>
              </a:spcAft>
              <a:buClr>
                <a:srgbClr val="191b0e"/>
              </a:buClr>
              <a:buFont typeface="Franklin Gothic Book"/>
              <a:buChar char="–"/>
              <a:tabLst>
                <a:tab algn="l" pos="0"/>
              </a:tabLst>
            </a:pPr>
            <a:r>
              <a:rPr b="0" i="1" lang="ro-RO" sz="2200" spc="-1" strike="noStrike">
                <a:solidFill>
                  <a:srgbClr val="191b0e"/>
                </a:solidFill>
                <a:latin typeface="Franklin Gothic Book"/>
              </a:rPr>
              <a:t>OWASP </a:t>
            </a:r>
            <a:r>
              <a:rPr b="0" i="1" lang="ru-RU" sz="2200" spc="-1" strike="noStrike">
                <a:solidFill>
                  <a:srgbClr val="191b0e"/>
                </a:solidFill>
                <a:latin typeface="Franklin Gothic Book"/>
              </a:rPr>
              <a:t>анализирует значения вероятности от</a:t>
            </a:r>
            <a:r>
              <a:rPr b="0" i="1" lang="ro-RO" sz="2200" spc="-1" strike="noStrike">
                <a:solidFill>
                  <a:srgbClr val="191b0e"/>
                </a:solidFill>
                <a:latin typeface="Franklin Gothic Book"/>
              </a:rPr>
              <a:t> 0 </a:t>
            </a:r>
            <a:r>
              <a:rPr b="0" i="1" lang="ru-RU" sz="2200" spc="-1" strike="noStrike">
                <a:solidFill>
                  <a:srgbClr val="191b0e"/>
                </a:solidFill>
                <a:latin typeface="Franklin Gothic Book"/>
              </a:rPr>
              <a:t>до</a:t>
            </a:r>
            <a:r>
              <a:rPr b="0" i="1" lang="ro-RO" sz="2200" spc="-1" strike="noStrike">
                <a:solidFill>
                  <a:srgbClr val="191b0e"/>
                </a:solidFill>
                <a:latin typeface="Franklin Gothic Book"/>
              </a:rPr>
              <a:t> 9</a:t>
            </a:r>
            <a:endParaRPr b="0" lang="en-US" sz="22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1371600" y="685800"/>
            <a:ext cx="9600840" cy="1142640"/>
          </a:xfrm>
          <a:prstGeom prst="rect">
            <a:avLst/>
          </a:prstGeom>
          <a:noFill/>
          <a:ln w="0">
            <a:noFill/>
          </a:ln>
        </p:spPr>
        <p:txBody>
          <a:bodyPr anchor="t">
            <a:normAutofit fontScale="90000"/>
          </a:bodyPr>
          <a:p>
            <a:pPr indent="0">
              <a:lnSpc>
                <a:spcPct val="89000"/>
              </a:lnSpc>
              <a:buNone/>
            </a:pPr>
            <a:r>
              <a:rPr b="1" lang="ru-RU" sz="4400" spc="-1" strike="noStrike">
                <a:solidFill>
                  <a:srgbClr val="191b0e"/>
                </a:solidFill>
                <a:latin typeface="Franklin Gothic Book"/>
              </a:rPr>
              <a:t>Жизненный цикл защищенного веб-приложения</a:t>
            </a:r>
            <a:endParaRPr b="0" lang="en-US" sz="4400" spc="-1" strike="noStrike">
              <a:solidFill>
                <a:srgbClr val="000000"/>
              </a:solidFill>
              <a:latin typeface="Franklin Gothic Book"/>
            </a:endParaRPr>
          </a:p>
        </p:txBody>
      </p:sp>
      <p:sp>
        <p:nvSpPr>
          <p:cNvPr id="113" name="PlaceHolder 2"/>
          <p:cNvSpPr>
            <a:spLocks noGrp="1"/>
          </p:cNvSpPr>
          <p:nvPr>
            <p:ph/>
          </p:nvPr>
        </p:nvSpPr>
        <p:spPr>
          <a:xfrm>
            <a:off x="1020240" y="1828800"/>
            <a:ext cx="7002360" cy="4929480"/>
          </a:xfrm>
          <a:prstGeom prst="rect">
            <a:avLst/>
          </a:prstGeom>
          <a:noFill/>
          <a:ln w="0">
            <a:noFill/>
          </a:ln>
        </p:spPr>
        <p:txBody>
          <a:bodyPr anchor="t">
            <a:normAutofit fontScale="88000"/>
          </a:bodyPr>
          <a:p>
            <a:pPr marL="365040" indent="-3650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Большинство разработчиков веб-ресурсов не следуют рекомендациям по обеспечению безопасности приложений на каждом этапе</a:t>
            </a:r>
            <a:r>
              <a:rPr b="0" lang="en-US" sz="2000" spc="-1" strike="noStrike">
                <a:solidFill>
                  <a:srgbClr val="191b0e"/>
                </a:solidFill>
                <a:latin typeface="Franklin Gothic Book"/>
              </a:rPr>
              <a:t> </a:t>
            </a:r>
            <a:r>
              <a:rPr b="0" lang="ru-RU" sz="2000" spc="-1" strike="noStrike">
                <a:solidFill>
                  <a:srgbClr val="191b0e"/>
                </a:solidFill>
                <a:latin typeface="Franklin Gothic Book"/>
              </a:rPr>
              <a:t>её жизненного цикла и в результате они получают и используют веб-приложения, которые содержат уязвимости, которые можно избежать на ранних стадиях жизненного цикла. Наличие этих уязвимостей - это вредоносные «двери» для доступа злоумышлинников к данным приложения - иногда к частным или другим информационным ресурсам</a:t>
            </a:r>
            <a:endParaRPr b="0" lang="en-US" sz="2000" spc="-1" strike="noStrike">
              <a:solidFill>
                <a:srgbClr val="191b0e"/>
              </a:solidFill>
              <a:latin typeface="Franklin Gothic Book"/>
            </a:endParaRPr>
          </a:p>
          <a:p>
            <a:pPr marL="365040" indent="-3650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Поэтому тот же проект OWASP рекомендует оценивать безопасность приложений на каждом этапе жизненного цикла. То есть он рекомендует проводить тестирование на каждом этапе, а не только после этапа реализации, поэтому существует возможность исправления процессов деятельности, а не выделения дополнительных затрат на устранение рисков</a:t>
            </a:r>
            <a:endParaRPr b="0" lang="en-US" sz="2000" spc="-1" strike="noStrike">
              <a:solidFill>
                <a:srgbClr val="191b0e"/>
              </a:solidFill>
              <a:latin typeface="Franklin Gothic Book"/>
            </a:endParaRPr>
          </a:p>
          <a:p>
            <a:pPr marL="365040" indent="-365040">
              <a:lnSpc>
                <a:spcPct val="94000"/>
              </a:lnSpc>
              <a:spcBef>
                <a:spcPts val="1001"/>
              </a:spcBef>
              <a:spcAft>
                <a:spcPts val="201"/>
              </a:spcAft>
              <a:buClr>
                <a:srgbClr val="191b0e"/>
              </a:buClr>
              <a:buFont typeface="Franklin Gothic Book"/>
              <a:buChar char="■"/>
            </a:pPr>
            <a:r>
              <a:rPr b="0" lang="ru-RU" sz="2000" spc="-1" strike="noStrike">
                <a:solidFill>
                  <a:srgbClr val="191b0e"/>
                </a:solidFill>
                <a:latin typeface="Franklin Gothic Book"/>
              </a:rPr>
              <a:t>Тестирование - это процесс проверки состояния системы или приложения в соответствии с набором критериев</a:t>
            </a:r>
            <a:endParaRPr b="0" lang="en-US" sz="2000" spc="-1" strike="noStrike">
              <a:solidFill>
                <a:srgbClr val="191b0e"/>
              </a:solidFill>
              <a:latin typeface="Franklin Gothic Book"/>
            </a:endParaRPr>
          </a:p>
        </p:txBody>
      </p:sp>
      <p:pic>
        <p:nvPicPr>
          <p:cNvPr id="114" name="Picture 3" descr=""/>
          <p:cNvPicPr/>
          <p:nvPr/>
        </p:nvPicPr>
        <p:blipFill>
          <a:blip r:embed="rId1"/>
          <a:stretch/>
        </p:blipFill>
        <p:spPr>
          <a:xfrm>
            <a:off x="8022960" y="2557800"/>
            <a:ext cx="4168440" cy="27702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371600" y="685800"/>
            <a:ext cx="9600840" cy="1076400"/>
          </a:xfrm>
          <a:prstGeom prst="rect">
            <a:avLst/>
          </a:prstGeom>
          <a:noFill/>
          <a:ln w="0">
            <a:noFill/>
          </a:ln>
        </p:spPr>
        <p:txBody>
          <a:bodyPr anchor="t">
            <a:normAutofit fontScale="84000"/>
          </a:bodyPr>
          <a:p>
            <a:pPr indent="0">
              <a:lnSpc>
                <a:spcPct val="89000"/>
              </a:lnSpc>
              <a:buNone/>
            </a:pPr>
            <a:r>
              <a:rPr b="1" lang="ro-MD" sz="4400" spc="-1" strike="noStrike">
                <a:solidFill>
                  <a:srgbClr val="191b0e"/>
                </a:solidFill>
                <a:latin typeface="Franklin Gothic Book"/>
              </a:rPr>
              <a:t>1. </a:t>
            </a:r>
            <a:r>
              <a:rPr b="1" lang="ru-RU" sz="4400" spc="-1" strike="noStrike">
                <a:solidFill>
                  <a:srgbClr val="191b0e"/>
                </a:solidFill>
                <a:latin typeface="Franklin Gothic Book"/>
              </a:rPr>
              <a:t>Этап, предшествующий развитию приложения</a:t>
            </a:r>
            <a:endParaRPr b="0" lang="en-US" sz="4400" spc="-1" strike="noStrike">
              <a:solidFill>
                <a:srgbClr val="000000"/>
              </a:solidFill>
              <a:latin typeface="Franklin Gothic Book"/>
            </a:endParaRPr>
          </a:p>
        </p:txBody>
      </p:sp>
      <p:sp>
        <p:nvSpPr>
          <p:cNvPr id="116" name="PlaceHolder 2"/>
          <p:cNvSpPr>
            <a:spLocks noGrp="1"/>
          </p:cNvSpPr>
          <p:nvPr>
            <p:ph/>
          </p:nvPr>
        </p:nvSpPr>
        <p:spPr>
          <a:xfrm>
            <a:off x="1371600" y="1762560"/>
            <a:ext cx="10184040" cy="4611240"/>
          </a:xfrm>
          <a:prstGeom prst="rect">
            <a:avLst/>
          </a:prstGeom>
          <a:noFill/>
          <a:ln w="0">
            <a:noFill/>
          </a:ln>
        </p:spPr>
        <p:txBody>
          <a:bodyPr anchor="t">
            <a:normAutofit fontScale="77000"/>
          </a:bodyPr>
          <a:p>
            <a:pPr indent="0">
              <a:lnSpc>
                <a:spcPct val="94000"/>
              </a:lnSpc>
              <a:spcBef>
                <a:spcPts val="1001"/>
              </a:spcBef>
              <a:spcAft>
                <a:spcPts val="201"/>
              </a:spcAft>
              <a:buNone/>
              <a:tabLst>
                <a:tab algn="l" pos="0"/>
              </a:tabLst>
            </a:pPr>
            <a:r>
              <a:rPr b="0" lang="ro-MD" sz="2100" spc="-1" strike="noStrike">
                <a:solidFill>
                  <a:srgbClr val="191b0e"/>
                </a:solidFill>
                <a:latin typeface="Franklin Gothic Book"/>
              </a:rPr>
              <a:t>1.1. </a:t>
            </a:r>
            <a:r>
              <a:rPr b="0" lang="ru-RU" sz="2100" spc="-1" strike="noStrike" u="sng">
                <a:solidFill>
                  <a:srgbClr val="191b0e"/>
                </a:solidFill>
                <a:uFillTx/>
                <a:latin typeface="Franklin Gothic Book"/>
              </a:rPr>
              <a:t>Определение жизненного цикла </a:t>
            </a:r>
            <a:r>
              <a:rPr b="0" lang="ru-RU" sz="2100" spc="-1" strike="noStrike">
                <a:solidFill>
                  <a:srgbClr val="191b0e"/>
                </a:solidFill>
                <a:latin typeface="Franklin Gothic Book"/>
              </a:rPr>
              <a:t>- перед началом разработки приложения должен быть определен соответствующий жизненный цикл, где обеспечение безопасности неизбежно на каждом этапе.</a:t>
            </a:r>
            <a:endParaRPr b="0" lang="en-US" sz="21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o-MD" sz="2100" spc="-1" strike="noStrike">
                <a:solidFill>
                  <a:srgbClr val="191b0e"/>
                </a:solidFill>
                <a:latin typeface="Franklin Gothic Book"/>
              </a:rPr>
              <a:t>1.2. </a:t>
            </a:r>
            <a:r>
              <a:rPr b="0" lang="ru-RU" sz="2100" spc="-1" strike="noStrike" u="sng">
                <a:solidFill>
                  <a:srgbClr val="191b0e"/>
                </a:solidFill>
                <a:uFillTx/>
                <a:latin typeface="Franklin Gothic Book"/>
              </a:rPr>
              <a:t>Анализ политик и стандартов </a:t>
            </a:r>
            <a:r>
              <a:rPr b="0" lang="ru-RU" sz="2100" spc="-1" strike="noStrike">
                <a:solidFill>
                  <a:srgbClr val="191b0e"/>
                </a:solidFill>
                <a:latin typeface="Franklin Gothic Book"/>
              </a:rPr>
              <a:t>- необходимость обеспечения что существуют политики, стандарты и документация которой необходимо придерживаться в процессе разработки. Документация чрезвычайно важна, поскольку она предоставляет направления и решения для команд разработчиков.</a:t>
            </a:r>
            <a:endParaRPr b="0" lang="en-US" sz="2100" spc="-1" strike="noStrike">
              <a:solidFill>
                <a:srgbClr val="191b0e"/>
              </a:solidFill>
              <a:latin typeface="Franklin Gothic Book"/>
            </a:endParaRPr>
          </a:p>
          <a:p>
            <a:pPr lvl="1" marL="828000" indent="-347760">
              <a:lnSpc>
                <a:spcPct val="94000"/>
              </a:lnSpc>
              <a:spcBef>
                <a:spcPts val="499"/>
              </a:spcBef>
              <a:spcAft>
                <a:spcPts val="201"/>
              </a:spcAft>
              <a:buClr>
                <a:srgbClr val="191b0e"/>
              </a:buClr>
              <a:buFont typeface="Franklin Gothic Book"/>
              <a:buChar char="–"/>
              <a:tabLst>
                <a:tab algn="l" pos="0"/>
              </a:tabLst>
            </a:pPr>
            <a:r>
              <a:rPr b="0" i="1" lang="ru-RU" sz="2000" spc="-1" strike="noStrike">
                <a:solidFill>
                  <a:srgbClr val="191b0e"/>
                </a:solidFill>
                <a:latin typeface="Franklin Gothic Book"/>
              </a:rPr>
              <a:t>«Люди могут делать то что необходимо, только если они знают что делать»</a:t>
            </a:r>
            <a:endParaRPr b="0" lang="en-US" sz="2000" spc="-1" strike="noStrike">
              <a:solidFill>
                <a:srgbClr val="191b0e"/>
              </a:solidFill>
              <a:latin typeface="Franklin Gothic Book"/>
            </a:endParaRPr>
          </a:p>
          <a:p>
            <a:pPr lvl="1" marL="828000" indent="-347760">
              <a:lnSpc>
                <a:spcPct val="94000"/>
              </a:lnSpc>
              <a:spcBef>
                <a:spcPts val="499"/>
              </a:spcBef>
              <a:spcAft>
                <a:spcPts val="201"/>
              </a:spcAft>
              <a:buClr>
                <a:srgbClr val="191b0e"/>
              </a:buClr>
              <a:buFont typeface="Franklin Gothic Book"/>
              <a:buChar char="–"/>
              <a:tabLst>
                <a:tab algn="l" pos="0"/>
              </a:tabLst>
            </a:pPr>
            <a:r>
              <a:rPr b="0" i="1" lang="ru-RU" sz="2000" spc="-1" strike="noStrike">
                <a:solidFill>
                  <a:srgbClr val="191b0e"/>
                </a:solidFill>
                <a:latin typeface="Franklin Gothic Book"/>
              </a:rPr>
              <a:t>Например, если приложение должно быть разработано на Java, важно иметь безопасный стандарт кодирования Java. Если сформулировано требование о шифровании данных, важно иметь стандарт шифрования</a:t>
            </a:r>
            <a:endParaRPr b="0" lang="en-US" sz="2000" spc="-1" strike="noStrike">
              <a:solidFill>
                <a:srgbClr val="191b0e"/>
              </a:solidFill>
              <a:latin typeface="Franklin Gothic Book"/>
            </a:endParaRPr>
          </a:p>
          <a:p>
            <a:pPr lvl="1" marL="828000" indent="-347760">
              <a:lnSpc>
                <a:spcPct val="94000"/>
              </a:lnSpc>
              <a:spcBef>
                <a:spcPts val="499"/>
              </a:spcBef>
              <a:spcAft>
                <a:spcPts val="201"/>
              </a:spcAft>
              <a:buClr>
                <a:srgbClr val="191b0e"/>
              </a:buClr>
              <a:buFont typeface="Franklin Gothic Book"/>
              <a:buChar char="–"/>
              <a:tabLst>
                <a:tab algn="l" pos="0"/>
              </a:tabLst>
            </a:pPr>
            <a:r>
              <a:rPr b="0" i="1" lang="ru-RU" sz="2000" spc="-1" strike="noStrike">
                <a:solidFill>
                  <a:srgbClr val="191b0e"/>
                </a:solidFill>
                <a:latin typeface="Franklin Gothic Book"/>
              </a:rPr>
              <a:t>Никакая политика или стандарт не могут охватывать все ситуации, с которыми сталкивается команда разработчиков. Документируя общие и предсказуемые проблемы, будет меньше ситуаций, когда команде придется принимать самостоятельно решения в процессе разработки</a:t>
            </a:r>
            <a:endParaRPr b="0" lang="en-US" sz="20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o-RO" sz="2100" spc="-1" strike="noStrike">
                <a:solidFill>
                  <a:srgbClr val="191b0e"/>
                </a:solidFill>
                <a:latin typeface="Franklin Gothic Book"/>
              </a:rPr>
              <a:t>1.3. </a:t>
            </a:r>
            <a:r>
              <a:rPr b="0" lang="ru-RU" sz="2100" spc="-1" strike="noStrike" u="sng">
                <a:solidFill>
                  <a:srgbClr val="191b0e"/>
                </a:solidFill>
                <a:uFillTx/>
                <a:latin typeface="Franklin Gothic Book"/>
              </a:rPr>
              <a:t>Разработка показателей (метрик) для обеспечения прослеживаемости</a:t>
            </a:r>
            <a:r>
              <a:rPr b="0" lang="ru-RU" sz="2100" spc="-1" strike="noStrike">
                <a:solidFill>
                  <a:srgbClr val="191b0e"/>
                </a:solidFill>
                <a:latin typeface="Franklin Gothic Book"/>
              </a:rPr>
              <a:t> - до начала разработки необходимо запланировать измерительную программу. Определяя критерии измерения, видимость дефектов будет обеспечиваться как в процессах, так и в разработанном продукте</a:t>
            </a:r>
            <a:endParaRPr b="0" lang="en-US" sz="21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371600" y="500400"/>
            <a:ext cx="9600840" cy="1076400"/>
          </a:xfrm>
          <a:prstGeom prst="rect">
            <a:avLst/>
          </a:prstGeom>
          <a:noFill/>
          <a:ln w="0">
            <a:noFill/>
          </a:ln>
        </p:spPr>
        <p:txBody>
          <a:bodyPr anchor="t">
            <a:normAutofit fontScale="84000"/>
          </a:bodyPr>
          <a:p>
            <a:pPr indent="0">
              <a:lnSpc>
                <a:spcPct val="89000"/>
              </a:lnSpc>
              <a:buNone/>
            </a:pPr>
            <a:r>
              <a:rPr b="1" lang="ro-MD" sz="4400" spc="-1" strike="noStrike">
                <a:solidFill>
                  <a:srgbClr val="191b0e"/>
                </a:solidFill>
                <a:latin typeface="Franklin Gothic Book"/>
              </a:rPr>
              <a:t>2. </a:t>
            </a:r>
            <a:r>
              <a:rPr b="1" lang="ru-RU" sz="4400" spc="-1" strike="noStrike">
                <a:solidFill>
                  <a:srgbClr val="191b0e"/>
                </a:solidFill>
                <a:latin typeface="Franklin Gothic Book"/>
              </a:rPr>
              <a:t>Определение требований и разработка решения</a:t>
            </a:r>
            <a:endParaRPr b="0" lang="en-US" sz="4400" spc="-1" strike="noStrike">
              <a:solidFill>
                <a:srgbClr val="000000"/>
              </a:solidFill>
              <a:latin typeface="Franklin Gothic Book"/>
            </a:endParaRPr>
          </a:p>
        </p:txBody>
      </p:sp>
      <p:sp>
        <p:nvSpPr>
          <p:cNvPr id="118" name="PlaceHolder 2"/>
          <p:cNvSpPr>
            <a:spLocks noGrp="1"/>
          </p:cNvSpPr>
          <p:nvPr>
            <p:ph/>
          </p:nvPr>
        </p:nvSpPr>
        <p:spPr>
          <a:xfrm>
            <a:off x="1113120" y="1577160"/>
            <a:ext cx="10787040" cy="5088600"/>
          </a:xfrm>
          <a:prstGeom prst="rect">
            <a:avLst/>
          </a:prstGeom>
          <a:noFill/>
          <a:ln w="0">
            <a:noFill/>
          </a:ln>
        </p:spPr>
        <p:txBody>
          <a:bodyPr anchor="t">
            <a:normAutofit fontScale="31000"/>
          </a:bodyPr>
          <a:p>
            <a:pPr indent="0">
              <a:lnSpc>
                <a:spcPct val="94000"/>
              </a:lnSpc>
              <a:spcBef>
                <a:spcPts val="1001"/>
              </a:spcBef>
              <a:spcAft>
                <a:spcPts val="201"/>
              </a:spcAft>
              <a:buNone/>
              <a:tabLst>
                <a:tab algn="l" pos="0"/>
              </a:tabLst>
            </a:pPr>
            <a:r>
              <a:rPr b="0" lang="ro-MD" sz="5500" spc="-1" strike="noStrike">
                <a:solidFill>
                  <a:srgbClr val="191b0e"/>
                </a:solidFill>
                <a:latin typeface="Franklin Gothic Book"/>
              </a:rPr>
              <a:t>2.1. </a:t>
            </a:r>
            <a:r>
              <a:rPr b="0" lang="ru-RU" sz="5500" spc="-1" strike="noStrike" u="sng">
                <a:solidFill>
                  <a:srgbClr val="191b0e"/>
                </a:solidFill>
                <a:uFillTx/>
                <a:latin typeface="Franklin Gothic Book"/>
              </a:rPr>
              <a:t>Просмотр требований безопасности</a:t>
            </a:r>
            <a:r>
              <a:rPr b="0" lang="ru-RU" sz="5500" spc="-1" strike="noStrike">
                <a:solidFill>
                  <a:srgbClr val="191b0e"/>
                </a:solidFill>
                <a:latin typeface="Franklin Gothic Book"/>
              </a:rPr>
              <a:t>. Требования безопасности определяют, как приложение работает с точки зрения безопасности. Очень важно, чтобы требования безопасности проверялись. Тестирование в этом случае означает проверку предположений, сделанных в требованиях и тестах, чтобы увидеть, есть ли пробелы в определении требований. Например, если есть требование безопасности, по которому пользователи должны быть зарегистрированы прежде чем они смогут получить доступ к разделу управления сайтом, это будет означать, что пользователь должен предварительно зарегистрироваться или потребовать только аутентифицию (ему был заранее создан аккаунт)? Хорошо, когда требования четко сформулированы и нет нескольких их интерпретаций.</a:t>
            </a:r>
            <a:endParaRPr b="0" lang="en-US" sz="55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u-RU" sz="5500" spc="-1" strike="noStrike">
                <a:solidFill>
                  <a:srgbClr val="191b0e"/>
                </a:solidFill>
                <a:latin typeface="Franklin Gothic Book"/>
              </a:rPr>
              <a:t>При поиске пробелов в формулировании требований было бы целесообразно обеспечить механизмы обеспечения безопасности, такие как:</a:t>
            </a:r>
            <a:endParaRPr b="0" lang="en-US" sz="5500" spc="-1" strike="noStrike">
              <a:solidFill>
                <a:srgbClr val="191b0e"/>
              </a:solidFill>
              <a:latin typeface="Franklin Gothic Book"/>
            </a:endParaRPr>
          </a:p>
          <a:p>
            <a:pPr marL="366120" indent="-366120">
              <a:lnSpc>
                <a:spcPct val="94000"/>
              </a:lnSpc>
              <a:spcBef>
                <a:spcPts val="1001"/>
              </a:spcBef>
              <a:spcAft>
                <a:spcPts val="201"/>
              </a:spcAft>
              <a:buClr>
                <a:srgbClr val="191b0e"/>
              </a:buClr>
              <a:buFont typeface="Franklin Gothic Book"/>
              <a:buChar char="■"/>
              <a:tabLst>
                <a:tab algn="l" pos="0"/>
              </a:tabLst>
            </a:pPr>
            <a:r>
              <a:rPr b="0" lang="ru-RU" sz="4300" spc="-1" strike="noStrike">
                <a:solidFill>
                  <a:srgbClr val="191b0e"/>
                </a:solidFill>
                <a:latin typeface="Franklin Gothic Book"/>
              </a:rPr>
              <a:t>Управление пользователями</a:t>
            </a:r>
            <a:endParaRPr b="0" lang="en-US" sz="4300" spc="-1" strike="noStrike">
              <a:solidFill>
                <a:srgbClr val="191b0e"/>
              </a:solidFill>
              <a:latin typeface="Franklin Gothic Book"/>
            </a:endParaRPr>
          </a:p>
          <a:p>
            <a:pPr marL="366120" indent="-366120">
              <a:lnSpc>
                <a:spcPct val="94000"/>
              </a:lnSpc>
              <a:spcBef>
                <a:spcPts val="1001"/>
              </a:spcBef>
              <a:spcAft>
                <a:spcPts val="201"/>
              </a:spcAft>
              <a:buClr>
                <a:srgbClr val="191b0e"/>
              </a:buClr>
              <a:buFont typeface="Franklin Gothic Book"/>
              <a:buChar char="■"/>
              <a:tabLst>
                <a:tab algn="l" pos="0"/>
              </a:tabLst>
            </a:pPr>
            <a:r>
              <a:rPr b="0" lang="ru-RU" sz="4300" spc="-1" strike="noStrike">
                <a:solidFill>
                  <a:srgbClr val="191b0e"/>
                </a:solidFill>
                <a:latin typeface="Franklin Gothic Book"/>
              </a:rPr>
              <a:t>Аутентификация пользователя</a:t>
            </a:r>
            <a:endParaRPr b="0" lang="en-US" sz="4300" spc="-1" strike="noStrike">
              <a:solidFill>
                <a:srgbClr val="191b0e"/>
              </a:solidFill>
              <a:latin typeface="Franklin Gothic Book"/>
            </a:endParaRPr>
          </a:p>
          <a:p>
            <a:pPr marL="366120" indent="-366120">
              <a:lnSpc>
                <a:spcPct val="94000"/>
              </a:lnSpc>
              <a:spcBef>
                <a:spcPts val="1001"/>
              </a:spcBef>
              <a:spcAft>
                <a:spcPts val="201"/>
              </a:spcAft>
              <a:buClr>
                <a:srgbClr val="191b0e"/>
              </a:buClr>
              <a:buFont typeface="Franklin Gothic Book"/>
              <a:buChar char="■"/>
              <a:tabLst>
                <a:tab algn="l" pos="0"/>
              </a:tabLst>
            </a:pPr>
            <a:r>
              <a:rPr b="0" lang="ru-RU" sz="4300" spc="-1" strike="noStrike">
                <a:solidFill>
                  <a:srgbClr val="191b0e"/>
                </a:solidFill>
                <a:latin typeface="Franklin Gothic Book"/>
              </a:rPr>
              <a:t>Авторизация пользователя</a:t>
            </a:r>
            <a:endParaRPr b="0" lang="en-US" sz="4300" spc="-1" strike="noStrike">
              <a:solidFill>
                <a:srgbClr val="191b0e"/>
              </a:solidFill>
              <a:latin typeface="Franklin Gothic Book"/>
            </a:endParaRPr>
          </a:p>
          <a:p>
            <a:pPr marL="366120" indent="-366120">
              <a:lnSpc>
                <a:spcPct val="94000"/>
              </a:lnSpc>
              <a:spcBef>
                <a:spcPts val="1001"/>
              </a:spcBef>
              <a:spcAft>
                <a:spcPts val="201"/>
              </a:spcAft>
              <a:buClr>
                <a:srgbClr val="191b0e"/>
              </a:buClr>
              <a:buFont typeface="Franklin Gothic Book"/>
              <a:buChar char="■"/>
              <a:tabLst>
                <a:tab algn="l" pos="0"/>
              </a:tabLst>
            </a:pPr>
            <a:r>
              <a:rPr b="0" lang="ru-RU" sz="4300" spc="-1" strike="noStrike">
                <a:solidFill>
                  <a:srgbClr val="191b0e"/>
                </a:solidFill>
                <a:latin typeface="Franklin Gothic Book"/>
              </a:rPr>
              <a:t>Обеспечение конфиденциальности данных</a:t>
            </a:r>
            <a:endParaRPr b="0" lang="en-US" sz="4300" spc="-1" strike="noStrike">
              <a:solidFill>
                <a:srgbClr val="191b0e"/>
              </a:solidFill>
              <a:latin typeface="Franklin Gothic Book"/>
            </a:endParaRPr>
          </a:p>
          <a:p>
            <a:pPr marL="366120" indent="-366120">
              <a:lnSpc>
                <a:spcPct val="94000"/>
              </a:lnSpc>
              <a:spcBef>
                <a:spcPts val="1001"/>
              </a:spcBef>
              <a:spcAft>
                <a:spcPts val="201"/>
              </a:spcAft>
              <a:buClr>
                <a:srgbClr val="191b0e"/>
              </a:buClr>
              <a:buFont typeface="Franklin Gothic Book"/>
              <a:buChar char="■"/>
              <a:tabLst>
                <a:tab algn="l" pos="0"/>
              </a:tabLst>
            </a:pPr>
            <a:r>
              <a:rPr b="0" lang="ru-RU" sz="4300" spc="-1" strike="noStrike">
                <a:solidFill>
                  <a:srgbClr val="191b0e"/>
                </a:solidFill>
                <a:latin typeface="Franklin Gothic Book"/>
              </a:rPr>
              <a:t>Обеспечение целостности данных</a:t>
            </a:r>
            <a:endParaRPr b="0" lang="en-US" sz="4300" spc="-1" strike="noStrike">
              <a:solidFill>
                <a:srgbClr val="191b0e"/>
              </a:solidFill>
              <a:latin typeface="Franklin Gothic Book"/>
            </a:endParaRPr>
          </a:p>
          <a:p>
            <a:pPr marL="366120" indent="-366120">
              <a:lnSpc>
                <a:spcPct val="94000"/>
              </a:lnSpc>
              <a:spcBef>
                <a:spcPts val="1001"/>
              </a:spcBef>
              <a:spcAft>
                <a:spcPts val="201"/>
              </a:spcAft>
              <a:buClr>
                <a:srgbClr val="191b0e"/>
              </a:buClr>
              <a:buFont typeface="Franklin Gothic Book"/>
              <a:buChar char="■"/>
              <a:tabLst>
                <a:tab algn="l" pos="0"/>
              </a:tabLst>
            </a:pPr>
            <a:r>
              <a:rPr b="0" lang="ru-RU" sz="4300" spc="-1" strike="noStrike">
                <a:solidFill>
                  <a:srgbClr val="191b0e"/>
                </a:solidFill>
                <a:latin typeface="Franklin Gothic Book"/>
              </a:rPr>
              <a:t>Управление сесиями</a:t>
            </a:r>
            <a:endParaRPr b="0" lang="en-US" sz="4300" spc="-1" strike="noStrike">
              <a:solidFill>
                <a:srgbClr val="191b0e"/>
              </a:solidFill>
              <a:latin typeface="Franklin Gothic Book"/>
            </a:endParaRPr>
          </a:p>
          <a:p>
            <a:pPr marL="366120" indent="-366120">
              <a:lnSpc>
                <a:spcPct val="94000"/>
              </a:lnSpc>
              <a:spcBef>
                <a:spcPts val="1001"/>
              </a:spcBef>
              <a:spcAft>
                <a:spcPts val="201"/>
              </a:spcAft>
              <a:buClr>
                <a:srgbClr val="191b0e"/>
              </a:buClr>
              <a:buFont typeface="Franklin Gothic Book"/>
              <a:buChar char="■"/>
              <a:tabLst>
                <a:tab algn="l" pos="0"/>
              </a:tabLst>
            </a:pPr>
            <a:r>
              <a:rPr b="0" lang="ru-RU" sz="4300" spc="-1" strike="noStrike">
                <a:solidFill>
                  <a:srgbClr val="191b0e"/>
                </a:solidFill>
                <a:latin typeface="Franklin Gothic Book"/>
              </a:rPr>
              <a:t>Безопасность передачи данных</a:t>
            </a:r>
            <a:endParaRPr b="0" lang="en-US" sz="4300" spc="-1" strike="noStrike">
              <a:solidFill>
                <a:srgbClr val="191b0e"/>
              </a:solidFill>
              <a:latin typeface="Franklin Gothic Book"/>
            </a:endParaRPr>
          </a:p>
          <a:p>
            <a:pPr marL="366120" indent="-366120">
              <a:lnSpc>
                <a:spcPct val="94000"/>
              </a:lnSpc>
              <a:spcBef>
                <a:spcPts val="1001"/>
              </a:spcBef>
              <a:spcAft>
                <a:spcPts val="201"/>
              </a:spcAft>
              <a:buClr>
                <a:srgbClr val="191b0e"/>
              </a:buClr>
              <a:buFont typeface="Franklin Gothic Book"/>
              <a:buChar char="■"/>
              <a:tabLst>
                <a:tab algn="l" pos="0"/>
              </a:tabLst>
            </a:pPr>
            <a:r>
              <a:rPr b="0" lang="ru-RU" sz="4300" spc="-1" strike="noStrike">
                <a:solidFill>
                  <a:srgbClr val="191b0e"/>
                </a:solidFill>
                <a:latin typeface="Franklin Gothic Book"/>
              </a:rPr>
              <a:t>Методы разделения системы на подсистемы</a:t>
            </a:r>
            <a:endParaRPr b="0" lang="en-US" sz="4300" spc="-1" strike="noStrike">
              <a:solidFill>
                <a:srgbClr val="191b0e"/>
              </a:solidFill>
              <a:latin typeface="Franklin Gothic Book"/>
            </a:endParaRPr>
          </a:p>
          <a:p>
            <a:pPr marL="366120" indent="-366120">
              <a:lnSpc>
                <a:spcPct val="94000"/>
              </a:lnSpc>
              <a:spcBef>
                <a:spcPts val="1001"/>
              </a:spcBef>
              <a:spcAft>
                <a:spcPts val="201"/>
              </a:spcAft>
              <a:buClr>
                <a:srgbClr val="191b0e"/>
              </a:buClr>
              <a:buFont typeface="Franklin Gothic Book"/>
              <a:buChar char="■"/>
              <a:tabLst>
                <a:tab algn="l" pos="0"/>
              </a:tabLst>
            </a:pPr>
            <a:r>
              <a:rPr b="0" lang="ru-RU" sz="4300" spc="-1" strike="noStrike">
                <a:solidFill>
                  <a:srgbClr val="191b0e"/>
                </a:solidFill>
                <a:latin typeface="Franklin Gothic Book"/>
              </a:rPr>
              <a:t>Соблюдение законодательства и соответствие стандартам (включая конфиденциальность и т. д.)</a:t>
            </a:r>
            <a:endParaRPr b="0" lang="en-US" sz="43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371600" y="685800"/>
            <a:ext cx="9600840" cy="1315080"/>
          </a:xfrm>
          <a:prstGeom prst="rect">
            <a:avLst/>
          </a:prstGeom>
          <a:noFill/>
          <a:ln w="0">
            <a:noFill/>
          </a:ln>
        </p:spPr>
        <p:txBody>
          <a:bodyPr anchor="t">
            <a:noAutofit/>
          </a:bodyPr>
          <a:p>
            <a:pPr indent="0">
              <a:lnSpc>
                <a:spcPct val="89000"/>
              </a:lnSpc>
              <a:buNone/>
            </a:pPr>
            <a:r>
              <a:rPr b="1" lang="ro-MD" sz="4400" spc="-1" strike="noStrike">
                <a:solidFill>
                  <a:srgbClr val="191b0e"/>
                </a:solidFill>
                <a:latin typeface="Franklin Gothic Book"/>
              </a:rPr>
              <a:t>2. </a:t>
            </a:r>
            <a:r>
              <a:rPr b="1" lang="ru-RU" sz="4400" spc="-1" strike="noStrike">
                <a:solidFill>
                  <a:srgbClr val="191b0e"/>
                </a:solidFill>
                <a:latin typeface="Franklin Gothic Book"/>
              </a:rPr>
              <a:t>Определение требований и разработка решения</a:t>
            </a:r>
            <a:endParaRPr b="0" lang="en-US" sz="4400" spc="-1" strike="noStrike">
              <a:solidFill>
                <a:srgbClr val="000000"/>
              </a:solidFill>
              <a:latin typeface="Franklin Gothic Book"/>
            </a:endParaRPr>
          </a:p>
        </p:txBody>
      </p:sp>
      <p:sp>
        <p:nvSpPr>
          <p:cNvPr id="120" name="PlaceHolder 2"/>
          <p:cNvSpPr>
            <a:spLocks noGrp="1"/>
          </p:cNvSpPr>
          <p:nvPr>
            <p:ph/>
          </p:nvPr>
        </p:nvSpPr>
        <p:spPr>
          <a:xfrm>
            <a:off x="1371600" y="2001240"/>
            <a:ext cx="9600840" cy="4532040"/>
          </a:xfrm>
          <a:prstGeom prst="rect">
            <a:avLst/>
          </a:prstGeom>
          <a:noFill/>
          <a:ln w="0">
            <a:noFill/>
          </a:ln>
        </p:spPr>
        <p:txBody>
          <a:bodyPr anchor="t">
            <a:normAutofit fontScale="96000"/>
          </a:bodyPr>
          <a:p>
            <a:pPr indent="0">
              <a:lnSpc>
                <a:spcPct val="94000"/>
              </a:lnSpc>
              <a:spcBef>
                <a:spcPts val="1001"/>
              </a:spcBef>
              <a:spcAft>
                <a:spcPts val="201"/>
              </a:spcAft>
              <a:buNone/>
              <a:tabLst>
                <a:tab algn="l" pos="0"/>
              </a:tabLst>
            </a:pPr>
            <a:r>
              <a:rPr b="0" lang="ro-MD" sz="2000" spc="-1" strike="noStrike">
                <a:solidFill>
                  <a:srgbClr val="191b0e"/>
                </a:solidFill>
                <a:latin typeface="Franklin Gothic Book"/>
              </a:rPr>
              <a:t>2.2.</a:t>
            </a:r>
            <a:r>
              <a:rPr b="0" lang="ru-RU" sz="2000" spc="-1" strike="noStrike">
                <a:solidFill>
                  <a:srgbClr val="191b0e"/>
                </a:solidFill>
                <a:latin typeface="Franklin Gothic Book"/>
              </a:rPr>
              <a:t> </a:t>
            </a:r>
            <a:r>
              <a:rPr b="0" lang="ru-RU" sz="2000" spc="-1" strike="noStrike" u="sng">
                <a:solidFill>
                  <a:srgbClr val="191b0e"/>
                </a:solidFill>
                <a:uFillTx/>
                <a:latin typeface="Franklin Gothic Book"/>
              </a:rPr>
              <a:t>Проектирование архитектуры</a:t>
            </a:r>
            <a:r>
              <a:rPr b="0" lang="ru-RU" sz="2000" spc="-1" strike="noStrike">
                <a:solidFill>
                  <a:srgbClr val="191b0e"/>
                </a:solidFill>
                <a:latin typeface="Franklin Gothic Book"/>
              </a:rPr>
              <a:t>. Приложения должны иметь хорошо документированный дизайн архитектуры. Эта документация может включать в себя модели, текстовые документы и другие подобные артефакты. Очень важно, чтобы эти артефакты были протестированы, чтобы гарантировать, что дизайн архитектуры предпологает соответствующий уровень безопасности, как определено в требованиях. Идентификация потоков безопасности на этапе проектирования - это не только один из самых экономичных моментов для выявления дефектов, но может быть одним из наиболее эффективных моментов для внесения необходимых изменений. Например, если проект запрашивает авторизацию действий в нескольких местах, может быть целесообразным рассмотреть центральный компонент авторизации. Если приложение выполняет проверку данных в нескольких местах, может оказаться целесообразным разработать централизованный модуль проверки (например, внедрение проверки данных в одном месте, а не в десятке мест намного дешевле). Если обнаружены уязвимости, они должны быть переданы архитектору системы для альтернативных решений</a:t>
            </a:r>
            <a:endParaRPr b="0" lang="en-US" sz="20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1371600" y="685800"/>
            <a:ext cx="9600840" cy="1235520"/>
          </a:xfrm>
          <a:prstGeom prst="rect">
            <a:avLst/>
          </a:prstGeom>
          <a:noFill/>
          <a:ln w="0">
            <a:noFill/>
          </a:ln>
        </p:spPr>
        <p:txBody>
          <a:bodyPr anchor="t">
            <a:normAutofit fontScale="97000"/>
          </a:bodyPr>
          <a:p>
            <a:pPr indent="0">
              <a:lnSpc>
                <a:spcPct val="89000"/>
              </a:lnSpc>
              <a:buNone/>
            </a:pPr>
            <a:r>
              <a:rPr b="1" lang="ro-MD" sz="4400" spc="-1" strike="noStrike">
                <a:solidFill>
                  <a:srgbClr val="191b0e"/>
                </a:solidFill>
                <a:latin typeface="Franklin Gothic Book"/>
              </a:rPr>
              <a:t>2. </a:t>
            </a:r>
            <a:r>
              <a:rPr b="1" lang="ru-RU" sz="4400" spc="-1" strike="noStrike">
                <a:solidFill>
                  <a:srgbClr val="191b0e"/>
                </a:solidFill>
                <a:latin typeface="Franklin Gothic Book"/>
              </a:rPr>
              <a:t>Определение требований и разработка решения</a:t>
            </a:r>
            <a:endParaRPr b="0" lang="en-US" sz="4400" spc="-1" strike="noStrike">
              <a:solidFill>
                <a:srgbClr val="000000"/>
              </a:solidFill>
              <a:latin typeface="Franklin Gothic Book"/>
            </a:endParaRPr>
          </a:p>
        </p:txBody>
      </p:sp>
      <p:sp>
        <p:nvSpPr>
          <p:cNvPr id="122" name="PlaceHolder 2"/>
          <p:cNvSpPr>
            <a:spLocks noGrp="1"/>
          </p:cNvSpPr>
          <p:nvPr>
            <p:ph/>
          </p:nvPr>
        </p:nvSpPr>
        <p:spPr>
          <a:xfrm>
            <a:off x="1371600" y="2040840"/>
            <a:ext cx="9945360" cy="4332960"/>
          </a:xfrm>
          <a:prstGeom prst="rect">
            <a:avLst/>
          </a:prstGeom>
          <a:noFill/>
          <a:ln w="0">
            <a:noFill/>
          </a:ln>
        </p:spPr>
        <p:txBody>
          <a:bodyPr anchor="t">
            <a:normAutofit fontScale="92000"/>
          </a:bodyPr>
          <a:p>
            <a:pPr indent="0">
              <a:lnSpc>
                <a:spcPct val="94000"/>
              </a:lnSpc>
              <a:spcBef>
                <a:spcPts val="1001"/>
              </a:spcBef>
              <a:spcAft>
                <a:spcPts val="201"/>
              </a:spcAft>
              <a:buNone/>
              <a:tabLst>
                <a:tab algn="l" pos="0"/>
              </a:tabLst>
            </a:pPr>
            <a:r>
              <a:rPr b="0" lang="ro-MD" sz="2000" spc="-1" strike="noStrike">
                <a:solidFill>
                  <a:srgbClr val="191b0e"/>
                </a:solidFill>
                <a:latin typeface="Franklin Gothic Book"/>
              </a:rPr>
              <a:t>2.3. </a:t>
            </a:r>
            <a:r>
              <a:rPr b="0" lang="ru-RU" sz="2000" spc="-1" strike="noStrike">
                <a:solidFill>
                  <a:srgbClr val="191b0e"/>
                </a:solidFill>
                <a:latin typeface="Franklin Gothic Book"/>
              </a:rPr>
              <a:t>После проектирования архитектуры, необходимо </a:t>
            </a:r>
            <a:r>
              <a:rPr b="0" lang="ru-RU" sz="2000" spc="-1" strike="noStrike" u="sng">
                <a:solidFill>
                  <a:srgbClr val="191b0e"/>
                </a:solidFill>
                <a:uFillTx/>
                <a:latin typeface="Franklin Gothic Book"/>
              </a:rPr>
              <a:t>создать и проанализировать модели UML</a:t>
            </a:r>
            <a:r>
              <a:rPr b="0" lang="ru-RU" sz="2000" spc="-1" strike="noStrike">
                <a:solidFill>
                  <a:srgbClr val="191b0e"/>
                </a:solidFill>
                <a:latin typeface="Franklin Gothic Book"/>
              </a:rPr>
              <a:t> (Unified Modeling Language) – которые описывают логику, как работает приложение. В некоторых случаях они могут быть уже доступны. Эти модели должны использоваться дизайнерами для точного подтверждения работы приложения. Если обнаружены недостатки, они должны быть представлены проектировщику системы для разработки альтернативных решений.</a:t>
            </a:r>
            <a:endParaRPr b="0" lang="en-US" sz="20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o-MD" sz="2000" spc="-1" strike="noStrike">
                <a:solidFill>
                  <a:srgbClr val="191b0e"/>
                </a:solidFill>
                <a:latin typeface="Franklin Gothic Book"/>
              </a:rPr>
              <a:t>2.4. </a:t>
            </a:r>
            <a:r>
              <a:rPr b="0" lang="ru-RU" sz="2000" spc="-1" strike="noStrike" u="sng">
                <a:solidFill>
                  <a:srgbClr val="191b0e"/>
                </a:solidFill>
                <a:uFillTx/>
                <a:latin typeface="Franklin Gothic Book"/>
              </a:rPr>
              <a:t>Создание и анализ моделей рисков для приложения </a:t>
            </a:r>
            <a:r>
              <a:rPr b="0" lang="ru-RU" sz="2000" spc="-1" strike="noStrike">
                <a:solidFill>
                  <a:srgbClr val="191b0e"/>
                </a:solidFill>
                <a:latin typeface="Franklin Gothic Book"/>
              </a:rPr>
              <a:t>- с архитектурными решениями, UML-моделями, которые объясняют, как работает система, рекомендуется разработать модель рисков, которые угрожают приложению. Необходимо разработать реалистичные сценарии для предотвращения угроз. Следует проанализировать модели проектирования и архитектуры для обеспечения того, чтобы эти угрозы были смягчены, приняты организацией или переданы третьей стороне, например страховой компании. Когда выявленные угрозы не имеют стратегий смягчения, модели проектирования и архитектуры должны быть пересмотрены вместе с системным архитектором с целью изменения моделей</a:t>
            </a:r>
            <a:endParaRPr b="0" lang="en-US" sz="20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1371600" y="685800"/>
            <a:ext cx="9600840" cy="864360"/>
          </a:xfrm>
          <a:prstGeom prst="rect">
            <a:avLst/>
          </a:prstGeom>
          <a:noFill/>
          <a:ln w="0">
            <a:noFill/>
          </a:ln>
        </p:spPr>
        <p:txBody>
          <a:bodyPr anchor="t">
            <a:noAutofit/>
          </a:bodyPr>
          <a:p>
            <a:pPr indent="0">
              <a:lnSpc>
                <a:spcPct val="89000"/>
              </a:lnSpc>
              <a:buNone/>
            </a:pPr>
            <a:r>
              <a:rPr b="1" lang="ro-MD" sz="4400" spc="-1" strike="noStrike">
                <a:solidFill>
                  <a:srgbClr val="191b0e"/>
                </a:solidFill>
                <a:latin typeface="Franklin Gothic Book"/>
              </a:rPr>
              <a:t>3. </a:t>
            </a:r>
            <a:r>
              <a:rPr b="1" lang="ru-RU" sz="4400" spc="-1" strike="noStrike">
                <a:solidFill>
                  <a:srgbClr val="191b0e"/>
                </a:solidFill>
                <a:latin typeface="Franklin Gothic Book"/>
              </a:rPr>
              <a:t>Реализация приложения</a:t>
            </a:r>
            <a:endParaRPr b="0" lang="en-US" sz="4400" spc="-1" strike="noStrike">
              <a:solidFill>
                <a:srgbClr val="000000"/>
              </a:solidFill>
              <a:latin typeface="Franklin Gothic Book"/>
            </a:endParaRPr>
          </a:p>
        </p:txBody>
      </p:sp>
      <p:sp>
        <p:nvSpPr>
          <p:cNvPr id="124" name="PlaceHolder 2"/>
          <p:cNvSpPr>
            <a:spLocks noGrp="1"/>
          </p:cNvSpPr>
          <p:nvPr>
            <p:ph/>
          </p:nvPr>
        </p:nvSpPr>
        <p:spPr>
          <a:xfrm>
            <a:off x="1371600" y="1550520"/>
            <a:ext cx="9972000" cy="4836600"/>
          </a:xfrm>
          <a:prstGeom prst="rect">
            <a:avLst/>
          </a:prstGeom>
          <a:noFill/>
          <a:ln w="0">
            <a:noFill/>
          </a:ln>
        </p:spPr>
        <p:txBody>
          <a:bodyPr anchor="t">
            <a:normAutofit fontScale="93000"/>
          </a:bodyPr>
          <a:p>
            <a:pPr indent="0">
              <a:lnSpc>
                <a:spcPct val="94000"/>
              </a:lnSpc>
              <a:spcBef>
                <a:spcPts val="1001"/>
              </a:spcBef>
              <a:spcAft>
                <a:spcPts val="201"/>
              </a:spcAft>
              <a:buNone/>
              <a:tabLst>
                <a:tab algn="l" pos="0"/>
              </a:tabLst>
            </a:pPr>
            <a:r>
              <a:rPr b="0" lang="ru-RU" sz="2000" spc="-1" strike="noStrike">
                <a:solidFill>
                  <a:srgbClr val="191b0e"/>
                </a:solidFill>
                <a:latin typeface="Franklin Gothic Book"/>
              </a:rPr>
              <a:t>Теоретически </a:t>
            </a:r>
            <a:r>
              <a:rPr b="1" lang="ru-RU" sz="2000" spc="-1" strike="noStrike">
                <a:solidFill>
                  <a:srgbClr val="191b0e"/>
                </a:solidFill>
                <a:latin typeface="Franklin Gothic Book"/>
              </a:rPr>
              <a:t>реализация</a:t>
            </a:r>
            <a:r>
              <a:rPr b="0" lang="ru-RU" sz="2000" spc="-1" strike="noStrike">
                <a:solidFill>
                  <a:srgbClr val="191b0e"/>
                </a:solidFill>
                <a:latin typeface="Franklin Gothic Book"/>
              </a:rPr>
              <a:t> - это создание некоторых моделей проектирования, используя определенные технологии. Однако в реальном мире много решений по поводу моделей проектирования принимаются на этапе реализации. Это чаще всего более мелкие решения, или слишком подробные для того что бы описать их на стадии проектирования, или проблемы, при решении которых не был применён какой-то стандарт. Если модели проектирования и архитектуры не правильно созданы или их нет, разработчик должен будет принимать много решений самостоятельно. Если политики и стандартов недостаточно, разработчик столкнется с ситуацией, чтобы принимать еще больше решений.</a:t>
            </a:r>
            <a:endParaRPr b="0" lang="en-US" sz="20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o-MD" sz="2000" spc="-1" strike="noStrike">
                <a:solidFill>
                  <a:srgbClr val="191b0e"/>
                </a:solidFill>
                <a:latin typeface="Franklin Gothic Book"/>
              </a:rPr>
              <a:t>3.1. </a:t>
            </a:r>
            <a:r>
              <a:rPr b="0" lang="ru-RU" sz="2000" spc="-1" strike="noStrike" u="sng">
                <a:solidFill>
                  <a:srgbClr val="191b0e"/>
                </a:solidFill>
                <a:uFillTx/>
                <a:latin typeface="Franklin Gothic Book"/>
              </a:rPr>
              <a:t>Прохождение по коду </a:t>
            </a:r>
            <a:r>
              <a:rPr b="0" lang="ru-RU" sz="2000" spc="-1" strike="noStrike">
                <a:solidFill>
                  <a:srgbClr val="191b0e"/>
                </a:solidFill>
                <a:latin typeface="Franklin Gothic Book"/>
              </a:rPr>
              <a:t>– команда отвечающая за безопасность должна доработать код, пересмотрев его вместе с разработчиками, а в некоторых случаях и с системными архитекторами. Прокрутка кода - происходит на высоком уровне, с целью объяснения логики и потока реализованного кода. Это позволяет команде отвечающую за проверку кода получить общее представление о коде и позволяет разработчикам объяснить, почему определенные вещи были разработаны так, а не иначе. Целью является не пересмотр кода, а понимание потока, компоновки и структуры кода, составляющего приложение на высоком уровне</a:t>
            </a:r>
            <a:endParaRPr b="0" lang="en-US" sz="20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371600" y="685800"/>
            <a:ext cx="9600840" cy="771480"/>
          </a:xfrm>
          <a:prstGeom prst="rect">
            <a:avLst/>
          </a:prstGeom>
          <a:noFill/>
          <a:ln w="0">
            <a:noFill/>
          </a:ln>
        </p:spPr>
        <p:txBody>
          <a:bodyPr anchor="t">
            <a:noAutofit/>
          </a:bodyPr>
          <a:p>
            <a:pPr indent="0">
              <a:lnSpc>
                <a:spcPct val="89000"/>
              </a:lnSpc>
              <a:buNone/>
            </a:pPr>
            <a:r>
              <a:rPr b="1" lang="ro-MD" sz="4400" spc="-1" strike="noStrike">
                <a:solidFill>
                  <a:srgbClr val="191b0e"/>
                </a:solidFill>
                <a:latin typeface="Franklin Gothic Book"/>
              </a:rPr>
              <a:t>3. </a:t>
            </a:r>
            <a:r>
              <a:rPr b="1" lang="ru-RU" sz="4400" spc="-1" strike="noStrike">
                <a:solidFill>
                  <a:srgbClr val="191b0e"/>
                </a:solidFill>
                <a:latin typeface="Franklin Gothic Book"/>
              </a:rPr>
              <a:t>Реализация приложения</a:t>
            </a:r>
            <a:endParaRPr b="0" lang="en-US" sz="4400" spc="-1" strike="noStrike">
              <a:solidFill>
                <a:srgbClr val="000000"/>
              </a:solidFill>
              <a:latin typeface="Franklin Gothic Book"/>
            </a:endParaRPr>
          </a:p>
        </p:txBody>
      </p:sp>
      <p:sp>
        <p:nvSpPr>
          <p:cNvPr id="126" name="PlaceHolder 2"/>
          <p:cNvSpPr>
            <a:spLocks noGrp="1"/>
          </p:cNvSpPr>
          <p:nvPr>
            <p:ph/>
          </p:nvPr>
        </p:nvSpPr>
        <p:spPr>
          <a:xfrm>
            <a:off x="1086840" y="1457640"/>
            <a:ext cx="10442520" cy="5221080"/>
          </a:xfrm>
          <a:prstGeom prst="rect">
            <a:avLst/>
          </a:prstGeom>
          <a:noFill/>
          <a:ln w="0">
            <a:noFill/>
          </a:ln>
        </p:spPr>
        <p:txBody>
          <a:bodyPr anchor="t">
            <a:normAutofit fontScale="85000"/>
          </a:bodyPr>
          <a:p>
            <a:pPr indent="0">
              <a:lnSpc>
                <a:spcPct val="94000"/>
              </a:lnSpc>
              <a:spcBef>
                <a:spcPts val="1001"/>
              </a:spcBef>
              <a:spcAft>
                <a:spcPts val="201"/>
              </a:spcAft>
              <a:buNone/>
              <a:tabLst>
                <a:tab algn="l" pos="0"/>
              </a:tabLst>
            </a:pPr>
            <a:r>
              <a:rPr b="0" lang="ro-MD" sz="2000" spc="-1" strike="noStrike">
                <a:solidFill>
                  <a:srgbClr val="191b0e"/>
                </a:solidFill>
                <a:latin typeface="Franklin Gothic Book"/>
              </a:rPr>
              <a:t>3.2. </a:t>
            </a:r>
            <a:r>
              <a:rPr b="0" lang="ru-RU" sz="2000" spc="-1" strike="noStrike" u="sng">
                <a:solidFill>
                  <a:srgbClr val="191b0e"/>
                </a:solidFill>
                <a:uFillTx/>
                <a:latin typeface="Franklin Gothic Book"/>
              </a:rPr>
              <a:t>Редактирование кода </a:t>
            </a:r>
            <a:r>
              <a:rPr b="0" lang="ru-RU" sz="2000" spc="-1" strike="noStrike">
                <a:solidFill>
                  <a:srgbClr val="191b0e"/>
                </a:solidFill>
                <a:latin typeface="Franklin Gothic Book"/>
              </a:rPr>
              <a:t>- после понимания структуры кода и почему некоторые вещи были закодированы так, как это было сделано, тестер может изучить текущий код с целью обнаружения недостатков безопасности. Статические проверки, проверяют код на основе набора списков проверок, в том числе:</a:t>
            </a:r>
            <a:endParaRPr b="0" lang="en-US" sz="2000" spc="-1" strike="noStrike">
              <a:solidFill>
                <a:srgbClr val="191b0e"/>
              </a:solidFill>
              <a:latin typeface="Franklin Gothic Book"/>
            </a:endParaRPr>
          </a:p>
          <a:p>
            <a:pPr marL="352800" indent="-352800">
              <a:lnSpc>
                <a:spcPct val="94000"/>
              </a:lnSpc>
              <a:spcBef>
                <a:spcPts val="1001"/>
              </a:spcBef>
              <a:spcAft>
                <a:spcPts val="201"/>
              </a:spcAft>
              <a:buClr>
                <a:srgbClr val="191b0e"/>
              </a:buClr>
              <a:buFont typeface="Franklin Gothic Book"/>
              <a:buChar char="■"/>
              <a:tabLst>
                <a:tab algn="l" pos="0"/>
              </a:tabLst>
            </a:pPr>
            <a:r>
              <a:rPr b="0" lang="ru-RU" sz="2000" spc="-1" strike="noStrike">
                <a:solidFill>
                  <a:srgbClr val="191b0e"/>
                </a:solidFill>
                <a:latin typeface="Franklin Gothic Book"/>
              </a:rPr>
              <a:t>Требования к доступности, конфиденциальности и целостности</a:t>
            </a:r>
            <a:endParaRPr b="0" lang="en-US" sz="2000" spc="-1" strike="noStrike">
              <a:solidFill>
                <a:srgbClr val="191b0e"/>
              </a:solidFill>
              <a:latin typeface="Franklin Gothic Book"/>
            </a:endParaRPr>
          </a:p>
          <a:p>
            <a:pPr marL="352800" indent="-352800">
              <a:lnSpc>
                <a:spcPct val="94000"/>
              </a:lnSpc>
              <a:spcBef>
                <a:spcPts val="1001"/>
              </a:spcBef>
              <a:spcAft>
                <a:spcPts val="201"/>
              </a:spcAft>
              <a:buClr>
                <a:srgbClr val="191b0e"/>
              </a:buClr>
              <a:buFont typeface="Franklin Gothic Book"/>
              <a:buChar char="■"/>
              <a:tabLst>
                <a:tab algn="l" pos="0"/>
              </a:tabLst>
            </a:pPr>
            <a:r>
              <a:rPr b="0" lang="ru-RU" sz="2000" spc="-1" strike="noStrike">
                <a:solidFill>
                  <a:srgbClr val="191b0e"/>
                </a:solidFill>
                <a:latin typeface="Franklin Gothic Book"/>
              </a:rPr>
              <a:t>Рекомендации OWASP или Top 10 для технических воздействий</a:t>
            </a:r>
            <a:endParaRPr b="0" lang="en-US" sz="2000" spc="-1" strike="noStrike">
              <a:solidFill>
                <a:srgbClr val="191b0e"/>
              </a:solidFill>
              <a:latin typeface="Franklin Gothic Book"/>
            </a:endParaRPr>
          </a:p>
          <a:p>
            <a:pPr marL="352800" indent="-352800">
              <a:lnSpc>
                <a:spcPct val="94000"/>
              </a:lnSpc>
              <a:spcBef>
                <a:spcPts val="1001"/>
              </a:spcBef>
              <a:spcAft>
                <a:spcPts val="201"/>
              </a:spcAft>
              <a:buClr>
                <a:srgbClr val="191b0e"/>
              </a:buClr>
              <a:buFont typeface="Franklin Gothic Book"/>
              <a:buChar char="■"/>
              <a:tabLst>
                <a:tab algn="l" pos="0"/>
              </a:tabLst>
            </a:pPr>
            <a:r>
              <a:rPr b="0" lang="ru-RU" sz="2000" spc="-1" strike="noStrike">
                <a:solidFill>
                  <a:srgbClr val="191b0e"/>
                </a:solidFill>
                <a:latin typeface="Franklin Gothic Book"/>
              </a:rPr>
              <a:t>Конкретные проблемы, связанные с используемым языком программирования или фреймворком, такими как контрольны</a:t>
            </a:r>
            <a:r>
              <a:rPr b="0" lang="en-US" sz="2000" spc="-1" strike="noStrike">
                <a:solidFill>
                  <a:srgbClr val="191b0e"/>
                </a:solidFill>
                <a:latin typeface="Franklin Gothic Book"/>
              </a:rPr>
              <a:t>e</a:t>
            </a:r>
            <a:r>
              <a:rPr b="0" lang="ru-RU" sz="2000" spc="-1" strike="noStrike">
                <a:solidFill>
                  <a:srgbClr val="191b0e"/>
                </a:solidFill>
                <a:latin typeface="Franklin Gothic Book"/>
              </a:rPr>
              <a:t> списки в PHP или «Microsoft Secure Coding» для ASP.NET;</a:t>
            </a:r>
            <a:endParaRPr b="0" lang="en-US" sz="2000" spc="-1" strike="noStrike">
              <a:solidFill>
                <a:srgbClr val="191b0e"/>
              </a:solidFill>
              <a:latin typeface="Franklin Gothic Book"/>
            </a:endParaRPr>
          </a:p>
          <a:p>
            <a:pPr marL="352800" indent="-352800">
              <a:lnSpc>
                <a:spcPct val="94000"/>
              </a:lnSpc>
              <a:spcBef>
                <a:spcPts val="1001"/>
              </a:spcBef>
              <a:spcAft>
                <a:spcPts val="201"/>
              </a:spcAft>
              <a:buClr>
                <a:srgbClr val="191b0e"/>
              </a:buClr>
              <a:buFont typeface="Franklin Gothic Book"/>
              <a:buChar char="■"/>
              <a:tabLst>
                <a:tab algn="l" pos="0"/>
              </a:tabLst>
            </a:pPr>
            <a:r>
              <a:rPr b="0" lang="ru-RU" sz="2000" spc="-1" strike="noStrike">
                <a:solidFill>
                  <a:srgbClr val="191b0e"/>
                </a:solidFill>
                <a:latin typeface="Franklin Gothic Book"/>
              </a:rPr>
              <a:t>Любые требования, специфичные для индустрии программного обеспечения, такие как рекомендации Sarbanes-Oxley 404, COPPA, ISO / IEC 27002, APRA, HIPAA, Visa Merchant и т. д.</a:t>
            </a:r>
            <a:endParaRPr b="0" lang="en-US" sz="20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u-RU" sz="2000" spc="-1" strike="noStrike">
                <a:solidFill>
                  <a:srgbClr val="191b0e"/>
                </a:solidFill>
                <a:latin typeface="Franklin Gothic Book"/>
              </a:rPr>
              <a:t>Что касается рентабельности от инвестированных ресурсов (в большинстве случаев ресурса времени), тестирование с использованием принципа </a:t>
            </a:r>
            <a:r>
              <a:rPr b="0" i="1" lang="en-US" sz="2000" spc="-1" strike="noStrike">
                <a:solidFill>
                  <a:srgbClr val="191b0e"/>
                </a:solidFill>
                <a:latin typeface="Franklin Gothic Book"/>
              </a:rPr>
              <a:t>white-box testing</a:t>
            </a:r>
            <a:r>
              <a:rPr b="0" i="1" lang="ru-RU" sz="2000" spc="-1" strike="noStrike">
                <a:solidFill>
                  <a:srgbClr val="191b0e"/>
                </a:solidFill>
                <a:latin typeface="Franklin Gothic Book"/>
              </a:rPr>
              <a:t> </a:t>
            </a:r>
            <a:r>
              <a:rPr b="0" lang="ru-RU" sz="2000" spc="-1" strike="noStrike">
                <a:solidFill>
                  <a:srgbClr val="191b0e"/>
                </a:solidFill>
                <a:latin typeface="Franklin Gothic Book"/>
              </a:rPr>
              <a:t>дает гораздо более высокую прибыль, чем любой другой метод обзора безопасности, и в меньшей степени зависит от навыков тестировщика. Однако этот метод тестирования не идеален, и код должен быть проверен с точки зрения безопасности, используя и другие более полные методы тестирования</a:t>
            </a:r>
            <a:endParaRPr b="0" lang="en-US" sz="20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u-RU" sz="2000" spc="-1" strike="noStrike">
                <a:solidFill>
                  <a:srgbClr val="191b0e"/>
                </a:solidFill>
                <a:latin typeface="Franklin Gothic Book"/>
              </a:rPr>
              <a:t>(</a:t>
            </a:r>
            <a:r>
              <a:rPr b="0" lang="ro-RO" sz="2000" spc="-1" strike="noStrike" u="sng">
                <a:solidFill>
                  <a:srgbClr val="77a2bb"/>
                </a:solidFill>
                <a:uFillTx/>
                <a:latin typeface="Franklin Gothic Book"/>
                <a:hlinkClick r:id="rId1"/>
              </a:rPr>
              <a:t>http://softwaretestingfundamentals.com/white-box-testing/</a:t>
            </a:r>
            <a:r>
              <a:rPr b="0" lang="ru-RU" sz="2000" spc="-1" strike="noStrike">
                <a:solidFill>
                  <a:srgbClr val="191b0e"/>
                </a:solidFill>
                <a:latin typeface="Franklin Gothic Book"/>
              </a:rPr>
              <a:t>) </a:t>
            </a:r>
            <a:endParaRPr b="0" lang="en-US" sz="2000" spc="-1" strike="noStrike">
              <a:solidFill>
                <a:srgbClr val="191b0e"/>
              </a:solidFill>
              <a:latin typeface="Franklin Gothic Book"/>
            </a:endParaRPr>
          </a:p>
          <a:p>
            <a:pPr indent="0">
              <a:lnSpc>
                <a:spcPct val="94000"/>
              </a:lnSpc>
              <a:spcBef>
                <a:spcPts val="1001"/>
              </a:spcBef>
              <a:spcAft>
                <a:spcPts val="201"/>
              </a:spcAft>
              <a:buNone/>
              <a:tabLst>
                <a:tab algn="l" pos="0"/>
              </a:tabLst>
            </a:pPr>
            <a:endParaRPr b="0" lang="en-US" sz="20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1371600" y="685800"/>
            <a:ext cx="9600840" cy="957240"/>
          </a:xfrm>
          <a:prstGeom prst="rect">
            <a:avLst/>
          </a:prstGeom>
          <a:noFill/>
          <a:ln w="0">
            <a:noFill/>
          </a:ln>
        </p:spPr>
        <p:txBody>
          <a:bodyPr anchor="t">
            <a:noAutofit/>
          </a:bodyPr>
          <a:p>
            <a:pPr indent="0">
              <a:lnSpc>
                <a:spcPct val="89000"/>
              </a:lnSpc>
              <a:buNone/>
            </a:pPr>
            <a:r>
              <a:rPr b="1" lang="ro-MD" sz="4400" spc="-1" strike="noStrike">
                <a:solidFill>
                  <a:srgbClr val="191b0e"/>
                </a:solidFill>
                <a:latin typeface="Franklin Gothic Book"/>
              </a:rPr>
              <a:t>4. </a:t>
            </a:r>
            <a:r>
              <a:rPr b="1" lang="ru-RU" sz="4400" spc="-1" strike="noStrike">
                <a:solidFill>
                  <a:srgbClr val="191b0e"/>
                </a:solidFill>
                <a:latin typeface="Franklin Gothic Book"/>
              </a:rPr>
              <a:t>Внедрение приложения</a:t>
            </a:r>
            <a:endParaRPr b="0" lang="en-US" sz="4400" spc="-1" strike="noStrike">
              <a:solidFill>
                <a:srgbClr val="000000"/>
              </a:solidFill>
              <a:latin typeface="Franklin Gothic Book"/>
            </a:endParaRPr>
          </a:p>
        </p:txBody>
      </p:sp>
      <p:sp>
        <p:nvSpPr>
          <p:cNvPr id="128" name="PlaceHolder 2"/>
          <p:cNvSpPr>
            <a:spLocks noGrp="1"/>
          </p:cNvSpPr>
          <p:nvPr>
            <p:ph/>
          </p:nvPr>
        </p:nvSpPr>
        <p:spPr>
          <a:xfrm>
            <a:off x="1371600" y="1643400"/>
            <a:ext cx="9600840" cy="4664520"/>
          </a:xfrm>
          <a:prstGeom prst="rect">
            <a:avLst/>
          </a:prstGeom>
          <a:noFill/>
          <a:ln w="0">
            <a:noFill/>
          </a:ln>
        </p:spPr>
        <p:txBody>
          <a:bodyPr anchor="t">
            <a:noAutofit/>
          </a:bodyPr>
          <a:p>
            <a:pPr indent="0">
              <a:lnSpc>
                <a:spcPct val="94000"/>
              </a:lnSpc>
              <a:spcBef>
                <a:spcPts val="1001"/>
              </a:spcBef>
              <a:spcAft>
                <a:spcPts val="201"/>
              </a:spcAft>
              <a:buNone/>
              <a:tabLst>
                <a:tab algn="l" pos="0"/>
              </a:tabLst>
            </a:pPr>
            <a:r>
              <a:rPr b="0" lang="ro-MD" sz="2200" spc="-1" strike="noStrike">
                <a:solidFill>
                  <a:srgbClr val="191b0e"/>
                </a:solidFill>
                <a:latin typeface="Franklin Gothic Book"/>
              </a:rPr>
              <a:t>4.1. </a:t>
            </a:r>
            <a:r>
              <a:rPr b="0" lang="ru-RU" sz="2200" spc="-1" strike="noStrike" u="sng">
                <a:solidFill>
                  <a:srgbClr val="191b0e"/>
                </a:solidFill>
                <a:uFillTx/>
                <a:latin typeface="Franklin Gothic Book"/>
              </a:rPr>
              <a:t>Тестирование на проникновение приложений </a:t>
            </a:r>
            <a:r>
              <a:rPr b="0" lang="ru-RU" sz="2200" spc="-1" strike="noStrike">
                <a:solidFill>
                  <a:srgbClr val="191b0e"/>
                </a:solidFill>
                <a:latin typeface="Franklin Gothic Book"/>
              </a:rPr>
              <a:t>- после тестирования требований, моделирования и анализа кода можно предположить, что все проблемы были зафиксированы. Тестирование приложения после его установки дает окончательную проверку на то, что приложение полностью функционально</a:t>
            </a:r>
            <a:endParaRPr b="0" lang="en-US" sz="22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o-MD" sz="2200" spc="-1" strike="noStrike">
                <a:solidFill>
                  <a:srgbClr val="191b0e"/>
                </a:solidFill>
                <a:latin typeface="Franklin Gothic Book"/>
              </a:rPr>
              <a:t>4.2. </a:t>
            </a:r>
            <a:r>
              <a:rPr b="0" lang="ru-RU" sz="2200" spc="-1" strike="noStrike" u="sng">
                <a:solidFill>
                  <a:srgbClr val="191b0e"/>
                </a:solidFill>
                <a:uFillTx/>
                <a:latin typeface="Franklin Gothic Book"/>
              </a:rPr>
              <a:t>Тестирование управления конфигурацией </a:t>
            </a:r>
            <a:r>
              <a:rPr b="0" lang="ru-RU" sz="2200" spc="-1" strike="noStrike">
                <a:solidFill>
                  <a:srgbClr val="191b0e"/>
                </a:solidFill>
                <a:latin typeface="Franklin Gothic Book"/>
              </a:rPr>
              <a:t>- тест на проникновение приложения должен включать проверку того, как приложение было развернуто и защищено на уровне сервера. Хотя само приложение может быть защищено, конфигурация может по-прежнему быть уязвимой для эксплуатации</a:t>
            </a:r>
            <a:endParaRPr b="0" lang="en-US" sz="22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1371600" y="685800"/>
            <a:ext cx="9600840" cy="996840"/>
          </a:xfrm>
          <a:prstGeom prst="rect">
            <a:avLst/>
          </a:prstGeom>
          <a:noFill/>
          <a:ln w="0">
            <a:noFill/>
          </a:ln>
        </p:spPr>
        <p:txBody>
          <a:bodyPr anchor="t">
            <a:noAutofit/>
          </a:bodyPr>
          <a:p>
            <a:pPr indent="0">
              <a:lnSpc>
                <a:spcPct val="89000"/>
              </a:lnSpc>
              <a:buNone/>
            </a:pPr>
            <a:r>
              <a:rPr b="1" lang="ro-MD" sz="4400" spc="-1" strike="noStrike">
                <a:solidFill>
                  <a:srgbClr val="191b0e"/>
                </a:solidFill>
                <a:latin typeface="Franklin Gothic Book"/>
              </a:rPr>
              <a:t>5. </a:t>
            </a:r>
            <a:r>
              <a:rPr b="1" lang="ru-RU" sz="4400" spc="-1" strike="noStrike">
                <a:solidFill>
                  <a:srgbClr val="191b0e"/>
                </a:solidFill>
                <a:latin typeface="Franklin Gothic Book"/>
              </a:rPr>
              <a:t>Обслуживание</a:t>
            </a:r>
            <a:endParaRPr b="0" lang="en-US" sz="4400" spc="-1" strike="noStrike">
              <a:solidFill>
                <a:srgbClr val="000000"/>
              </a:solidFill>
              <a:latin typeface="Franklin Gothic Book"/>
            </a:endParaRPr>
          </a:p>
        </p:txBody>
      </p:sp>
      <p:sp>
        <p:nvSpPr>
          <p:cNvPr id="130" name="PlaceHolder 2"/>
          <p:cNvSpPr>
            <a:spLocks noGrp="1"/>
          </p:cNvSpPr>
          <p:nvPr>
            <p:ph/>
          </p:nvPr>
        </p:nvSpPr>
        <p:spPr>
          <a:xfrm>
            <a:off x="1371600" y="1868400"/>
            <a:ext cx="9600840" cy="3998520"/>
          </a:xfrm>
          <a:prstGeom prst="rect">
            <a:avLst/>
          </a:prstGeom>
          <a:noFill/>
          <a:ln w="0">
            <a:noFill/>
          </a:ln>
        </p:spPr>
        <p:txBody>
          <a:bodyPr anchor="t">
            <a:normAutofit fontScale="95000"/>
          </a:bodyPr>
          <a:p>
            <a:pPr indent="0">
              <a:lnSpc>
                <a:spcPct val="94000"/>
              </a:lnSpc>
              <a:spcBef>
                <a:spcPts val="1001"/>
              </a:spcBef>
              <a:spcAft>
                <a:spcPts val="201"/>
              </a:spcAft>
              <a:buNone/>
              <a:tabLst>
                <a:tab algn="l" pos="0"/>
              </a:tabLst>
            </a:pPr>
            <a:r>
              <a:rPr b="0" lang="ro-MD" sz="2200" spc="-1" strike="noStrike">
                <a:solidFill>
                  <a:srgbClr val="191b0e"/>
                </a:solidFill>
                <a:latin typeface="Franklin Gothic Book"/>
              </a:rPr>
              <a:t>5.1. </a:t>
            </a:r>
            <a:r>
              <a:rPr b="0" lang="ru-RU" sz="2200" spc="-1" strike="noStrike" u="sng">
                <a:solidFill>
                  <a:srgbClr val="191b0e"/>
                </a:solidFill>
                <a:uFillTx/>
                <a:latin typeface="Franklin Gothic Book"/>
              </a:rPr>
              <a:t>Разработка отзывов оперативного управления </a:t>
            </a:r>
            <a:r>
              <a:rPr b="0" lang="ru-RU" sz="2200" spc="-1" strike="noStrike">
                <a:solidFill>
                  <a:srgbClr val="191b0e"/>
                </a:solidFill>
                <a:latin typeface="Franklin Gothic Book"/>
              </a:rPr>
              <a:t>- процесс, подробно описывающий управление как операционной частью приложения, так и инфраструктурой</a:t>
            </a:r>
            <a:endParaRPr b="0" lang="en-US" sz="22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o-MD" sz="2200" spc="-1" strike="noStrike">
                <a:solidFill>
                  <a:srgbClr val="191b0e"/>
                </a:solidFill>
                <a:latin typeface="Franklin Gothic Book"/>
              </a:rPr>
              <a:t>5.2. </a:t>
            </a:r>
            <a:r>
              <a:rPr b="0" lang="ru-RU" sz="2200" spc="-1" strike="noStrike" u="sng">
                <a:solidFill>
                  <a:srgbClr val="191b0e"/>
                </a:solidFill>
                <a:uFillTx/>
                <a:latin typeface="Franklin Gothic Book"/>
              </a:rPr>
              <a:t>Выполнение периодических проверок надежности приложения</a:t>
            </a:r>
            <a:r>
              <a:rPr b="0" lang="ru-RU" sz="2200" spc="-1" strike="noStrike">
                <a:solidFill>
                  <a:srgbClr val="191b0e"/>
                </a:solidFill>
                <a:latin typeface="Franklin Gothic Book"/>
              </a:rPr>
              <a:t>. Ежемесячные или квартальные проверки должны выполняться как для приложения, так и для инфраструктуры, чтобы гарантировать, что новые угрозы безопасности не были введены и уровень безопасности по-прежнему не поврежден</a:t>
            </a:r>
            <a:endParaRPr b="0" lang="en-US" sz="2200" spc="-1" strike="noStrike">
              <a:solidFill>
                <a:srgbClr val="191b0e"/>
              </a:solidFill>
              <a:latin typeface="Franklin Gothic Book"/>
            </a:endParaRPr>
          </a:p>
          <a:p>
            <a:pPr indent="0">
              <a:lnSpc>
                <a:spcPct val="94000"/>
              </a:lnSpc>
              <a:spcBef>
                <a:spcPts val="1001"/>
              </a:spcBef>
              <a:spcAft>
                <a:spcPts val="201"/>
              </a:spcAft>
              <a:buNone/>
              <a:tabLst>
                <a:tab algn="l" pos="0"/>
              </a:tabLst>
            </a:pPr>
            <a:r>
              <a:rPr b="0" lang="ro-MD" sz="2200" spc="-1" strike="noStrike">
                <a:solidFill>
                  <a:srgbClr val="191b0e"/>
                </a:solidFill>
                <a:latin typeface="Franklin Gothic Book"/>
              </a:rPr>
              <a:t>5.3. </a:t>
            </a:r>
            <a:r>
              <a:rPr b="0" lang="ru-RU" sz="2200" spc="-1" strike="noStrike" u="sng">
                <a:solidFill>
                  <a:srgbClr val="191b0e"/>
                </a:solidFill>
                <a:uFillTx/>
                <a:latin typeface="Franklin Gothic Book"/>
              </a:rPr>
              <a:t>Обеспечение проверки изменений</a:t>
            </a:r>
            <a:r>
              <a:rPr b="0" lang="ru-RU" sz="2200" spc="-1" strike="noStrike">
                <a:solidFill>
                  <a:srgbClr val="191b0e"/>
                </a:solidFill>
                <a:latin typeface="Franklin Gothic Book"/>
              </a:rPr>
              <a:t>. После того, как каждое изменение было одобрено и протестировано, обеспечивая качество приложения, важно, чтобы это изменение было проверено, чтобы гарантировать, что уровень безопасности не изменился</a:t>
            </a:r>
            <a:endParaRPr b="0" lang="en-US" sz="22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1371600" y="685800"/>
            <a:ext cx="9600840" cy="1485720"/>
          </a:xfrm>
          <a:prstGeom prst="rect">
            <a:avLst/>
          </a:prstGeom>
          <a:noFill/>
          <a:ln w="0">
            <a:noFill/>
          </a:ln>
        </p:spPr>
        <p:txBody>
          <a:bodyPr anchor="t">
            <a:noAutofit/>
          </a:bodyPr>
          <a:p>
            <a:pPr indent="0">
              <a:lnSpc>
                <a:spcPct val="89000"/>
              </a:lnSpc>
              <a:buNone/>
            </a:pPr>
            <a:r>
              <a:rPr b="1" lang="ru-RU" sz="4400" spc="-1" strike="noStrike">
                <a:solidFill>
                  <a:srgbClr val="191b0e"/>
                </a:solidFill>
                <a:latin typeface="Franklin Gothic Book"/>
              </a:rPr>
              <a:t>Выводы</a:t>
            </a:r>
            <a:endParaRPr b="0" lang="en-US" sz="4400" spc="-1" strike="noStrike">
              <a:solidFill>
                <a:srgbClr val="000000"/>
              </a:solidFill>
              <a:latin typeface="Franklin Gothic Book"/>
            </a:endParaRPr>
          </a:p>
        </p:txBody>
      </p:sp>
      <p:sp>
        <p:nvSpPr>
          <p:cNvPr id="132" name="PlaceHolder 2"/>
          <p:cNvSpPr>
            <a:spLocks noGrp="1"/>
          </p:cNvSpPr>
          <p:nvPr>
            <p:ph/>
          </p:nvPr>
        </p:nvSpPr>
        <p:spPr>
          <a:xfrm>
            <a:off x="1371600" y="2286000"/>
            <a:ext cx="9600840" cy="3580920"/>
          </a:xfrm>
          <a:prstGeom prst="rect">
            <a:avLst/>
          </a:prstGeom>
          <a:noFill/>
          <a:ln w="0">
            <a:noFill/>
          </a:ln>
        </p:spPr>
        <p:txBody>
          <a:bodyPr anchor="t">
            <a:normAutofit/>
          </a:bodyPr>
          <a:p>
            <a:pPr marL="384120" indent="-384120">
              <a:lnSpc>
                <a:spcPct val="94000"/>
              </a:lnSpc>
              <a:spcBef>
                <a:spcPts val="1001"/>
              </a:spcBef>
              <a:spcAft>
                <a:spcPts val="201"/>
              </a:spcAft>
              <a:buClr>
                <a:srgbClr val="191b0e"/>
              </a:buClr>
              <a:buFont typeface="Franklin Gothic Book"/>
              <a:buChar char="■"/>
            </a:pPr>
            <a:r>
              <a:rPr b="0" lang="ru-RU" sz="2400" spc="-1" strike="noStrike">
                <a:solidFill>
                  <a:srgbClr val="191b0e"/>
                </a:solidFill>
                <a:latin typeface="Franklin Gothic Book"/>
              </a:rPr>
              <a:t>Действия направленные на безопасность веб-приложений в процессе разработки веб-приложений должны распределяться на протяжении всего жизненного цикла</a:t>
            </a:r>
            <a:endParaRPr b="0" lang="en-US" sz="24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400" spc="-1" strike="noStrike">
                <a:solidFill>
                  <a:srgbClr val="191b0e"/>
                </a:solidFill>
                <a:latin typeface="Franklin Gothic Book"/>
              </a:rPr>
              <a:t>Рекомендуется учитывать рекомендации OWASP или другие международные и национальные рекомендации и стандарты в процессе разработки веб приложений</a:t>
            </a:r>
            <a:endParaRPr b="0" lang="en-US" sz="2400" spc="-1" strike="noStrike">
              <a:solidFill>
                <a:srgbClr val="191b0e"/>
              </a:solidFill>
              <a:latin typeface="Franklin Gothic Book"/>
            </a:endParaRPr>
          </a:p>
          <a:p>
            <a:pPr marL="384120" indent="-384120">
              <a:lnSpc>
                <a:spcPct val="94000"/>
              </a:lnSpc>
              <a:spcBef>
                <a:spcPts val="1001"/>
              </a:spcBef>
              <a:spcAft>
                <a:spcPts val="201"/>
              </a:spcAft>
              <a:buClr>
                <a:srgbClr val="191b0e"/>
              </a:buClr>
              <a:buFont typeface="Franklin Gothic Book"/>
              <a:buChar char="■"/>
            </a:pPr>
            <a:r>
              <a:rPr b="0" lang="ru-RU" sz="2400" spc="-1" strike="noStrike">
                <a:solidFill>
                  <a:srgbClr val="191b0e"/>
                </a:solidFill>
                <a:latin typeface="Franklin Gothic Book"/>
              </a:rPr>
              <a:t>Это обеспечит функциональные, безопасные и надежные веб-приложения</a:t>
            </a:r>
            <a:endParaRPr b="0" lang="en-US" sz="2400" spc="-1" strike="noStrike">
              <a:solidFill>
                <a:srgbClr val="191b0e"/>
              </a:solidFill>
              <a:latin typeface="Franklin Gothic Book"/>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TM10001105[[fn=Crop]]</Template>
  <TotalTime>1123</TotalTime>
  <Application>LibreOffice/7.5.7.1$Linux_X86_64 LibreOffice_project/50$Build-1</Application>
  <AppVersion>15.0000</AppVersion>
  <Words>2360</Words>
  <Paragraphs>103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2018-08-24T10:00:49Z</dcterms:created>
  <dc:creator>ASUS</dc:creator>
  <dc:description/>
  <dc:language>ru-RU</dc:language>
  <cp:lastModifiedBy/>
  <cp:lastPrinted>2018-09-05T09:33:01Z</cp:lastPrinted>
  <dcterms:modified xsi:type="dcterms:W3CDTF">2023-11-03T09:00:16Z</dcterms:modified>
  <cp:revision>79</cp:revision>
  <dc:subject/>
  <dc:title>Disciplina  “SECURITATEA APLICAȚIILOR WEB”</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21</vt:i4>
  </property>
</Properties>
</file>