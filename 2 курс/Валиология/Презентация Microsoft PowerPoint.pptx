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15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45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818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27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36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79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14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78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42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190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10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F3D9329-F5C9-430C-A44F-DCCC52E7202C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3D1FF54-2B2A-470F-B043-3F8658023FC7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8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11ABC-32E7-4355-A1F0-2B76BD33C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Современные модные диеты – польза или вред?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183286-97D1-4E97-8124-7978B26E7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8291" y="6441650"/>
            <a:ext cx="3740727" cy="457200"/>
          </a:xfrm>
        </p:spPr>
        <p:txBody>
          <a:bodyPr>
            <a:normAutofit/>
          </a:bodyPr>
          <a:lstStyle/>
          <a:p>
            <a:r>
              <a:rPr lang="ru-RU" dirty="0"/>
              <a:t>Михайлов Илья Романович З-22ПИ</a:t>
            </a:r>
          </a:p>
        </p:txBody>
      </p:sp>
    </p:spTree>
    <p:extLst>
      <p:ext uri="{BB962C8B-B14F-4D97-AF65-F5344CB8AC3E}">
        <p14:creationId xmlns:p14="http://schemas.microsoft.com/office/powerpoint/2010/main" val="1907304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D04F8-BE07-4D3D-BDD5-3D1D646E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диета и ее значение для здоровья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44C472-5623-4330-B871-430EE0D1A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Диета — совокупность правил употребления пищи человеком или другим животным. Диета может характеризоваться такими факторами, как химический состав, физические свойства, кулинарная обработка еды, а также время и интервалы приёма пищи. </a:t>
            </a:r>
          </a:p>
          <a:p>
            <a:r>
              <a:rPr lang="ru-RU" dirty="0"/>
              <a:t>В популярной культуре, в частности, в популярных источниках, диетой чаще всего называют методы снижения избыточной массы тела. Как правило, такие «диеты» не имеют научного обоснования и придуманы людьми, далекими от диетологии.</a:t>
            </a:r>
          </a:p>
        </p:txBody>
      </p:sp>
    </p:spTree>
    <p:extLst>
      <p:ext uri="{BB962C8B-B14F-4D97-AF65-F5344CB8AC3E}">
        <p14:creationId xmlns:p14="http://schemas.microsoft.com/office/powerpoint/2010/main" val="469774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AD198-8745-4E54-9C6A-3813E66D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современных модных диет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71EEB8-D711-49DE-A260-FD01D5A32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1F1F1F"/>
                </a:solidFill>
                <a:latin typeface="Google Sans"/>
              </a:rPr>
              <a:t>К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ето-диета</a:t>
            </a:r>
          </a:p>
          <a:p>
            <a:r>
              <a:rPr lang="ru-RU" b="0" i="0" dirty="0" err="1">
                <a:solidFill>
                  <a:srgbClr val="1F1F1F"/>
                </a:solidFill>
                <a:effectLst/>
                <a:latin typeface="Google Sans"/>
              </a:rPr>
              <a:t>Палео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 или неандертальская диета</a:t>
            </a:r>
          </a:p>
          <a:p>
            <a:r>
              <a:rPr lang="ru-RU" dirty="0"/>
              <a:t>Диетический стол №5</a:t>
            </a:r>
          </a:p>
          <a:p>
            <a:r>
              <a:rPr lang="ru-RU" dirty="0"/>
              <a:t>Сыроедение</a:t>
            </a:r>
          </a:p>
        </p:txBody>
      </p:sp>
    </p:spTree>
    <p:extLst>
      <p:ext uri="{BB962C8B-B14F-4D97-AF65-F5344CB8AC3E}">
        <p14:creationId xmlns:p14="http://schemas.microsoft.com/office/powerpoint/2010/main" val="5388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40295-D4B0-475C-8598-56DBD2A9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Принципы: Кето-диета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022FE-4206-4099-B8C6-D435D44D9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Низкое потребление углеводов</a:t>
            </a:r>
          </a:p>
          <a:p>
            <a:r>
              <a:rPr lang="ru-RU" dirty="0"/>
              <a:t>Высокое потребление жиров</a:t>
            </a:r>
          </a:p>
          <a:p>
            <a:r>
              <a:rPr lang="ru-RU" dirty="0"/>
              <a:t>Умеренное потребление белков</a:t>
            </a:r>
          </a:p>
          <a:p>
            <a:r>
              <a:rPr lang="ru-RU" dirty="0"/>
              <a:t>Постоянное контролирование состояния </a:t>
            </a:r>
            <a:r>
              <a:rPr lang="ru-RU" dirty="0" err="1"/>
              <a:t>кетоза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"/>
              </a:rPr>
              <a:t>Кетоз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 – это </a:t>
            </a:r>
            <a:r>
              <a:rPr lang="ru-RU" b="0" i="0" dirty="0">
                <a:solidFill>
                  <a:srgbClr val="040C28"/>
                </a:solidFill>
                <a:effectLst/>
                <a:latin typeface="Google Sans"/>
              </a:rPr>
              <a:t>состояние, при котором организм использует для получения энергии в основном кетоны, а не глюкозу из углеводов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4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63003F-AFC5-4BDE-9289-149D410D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Кето-диета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C0F183-4145-4667-B22D-A59812A89D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Плюсы:</a:t>
            </a:r>
          </a:p>
          <a:p>
            <a:r>
              <a:rPr lang="ru-RU" dirty="0"/>
              <a:t>Потеря веса</a:t>
            </a:r>
          </a:p>
          <a:p>
            <a:r>
              <a:rPr lang="ru-RU" dirty="0"/>
              <a:t>Улучшение показателей здоровья</a:t>
            </a:r>
          </a:p>
          <a:p>
            <a:r>
              <a:rPr lang="ru-RU" dirty="0"/>
              <a:t>Повышение энергии и улучшение концентрации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42475D-94E0-4071-9055-AAE762CD58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Период адаптации</a:t>
            </a:r>
          </a:p>
          <a:p>
            <a:r>
              <a:rPr lang="ru-RU" dirty="0"/>
              <a:t>Ограничения в выборе продуктов</a:t>
            </a:r>
          </a:p>
          <a:p>
            <a:r>
              <a:rPr lang="ru-RU" dirty="0"/>
              <a:t>Возможное увеличение уровня жира в крови</a:t>
            </a:r>
          </a:p>
        </p:txBody>
      </p:sp>
    </p:spTree>
    <p:extLst>
      <p:ext uri="{BB962C8B-B14F-4D97-AF65-F5344CB8AC3E}">
        <p14:creationId xmlns:p14="http://schemas.microsoft.com/office/powerpoint/2010/main" val="184968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5FDD4-AE19-4D65-992F-93BC61CE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Принципы: </a:t>
            </a:r>
            <a:r>
              <a:rPr lang="ru-RU" dirty="0" err="1"/>
              <a:t>Палео</a:t>
            </a:r>
            <a:r>
              <a:rPr lang="ru-RU" dirty="0"/>
              <a:t> диета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2A9E77-2E67-4229-960B-889B13286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622280" cy="4351338"/>
          </a:xfrm>
        </p:spPr>
        <p:txBody>
          <a:bodyPr/>
          <a:lstStyle/>
          <a:p>
            <a:r>
              <a:rPr lang="ru-RU" dirty="0"/>
              <a:t>Потребление натуральных продуктов</a:t>
            </a:r>
          </a:p>
          <a:p>
            <a:r>
              <a:rPr lang="ru-RU" dirty="0"/>
              <a:t>Исключение обработанных продуктов</a:t>
            </a:r>
          </a:p>
          <a:p>
            <a:r>
              <a:rPr lang="ru-RU" dirty="0"/>
              <a:t>Исключение зерновых</a:t>
            </a:r>
          </a:p>
          <a:p>
            <a:r>
              <a:rPr lang="ru-RU" dirty="0"/>
              <a:t>Исключение зерновых</a:t>
            </a:r>
          </a:p>
        </p:txBody>
      </p:sp>
    </p:spTree>
    <p:extLst>
      <p:ext uri="{BB962C8B-B14F-4D97-AF65-F5344CB8AC3E}">
        <p14:creationId xmlns:p14="http://schemas.microsoft.com/office/powerpoint/2010/main" val="190342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72047-A1E6-48FE-9755-4A997D42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Палео</a:t>
            </a:r>
            <a:r>
              <a:rPr lang="ru-RU" dirty="0"/>
              <a:t> диета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5D5C9-BBD0-4726-BB5F-11A066BCFF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Плюсы:</a:t>
            </a:r>
          </a:p>
          <a:p>
            <a:r>
              <a:rPr lang="ru-RU" dirty="0"/>
              <a:t>Больше натуральных питательных веществ</a:t>
            </a:r>
          </a:p>
          <a:p>
            <a:r>
              <a:rPr lang="ru-RU" dirty="0"/>
              <a:t>Потеря веса</a:t>
            </a:r>
          </a:p>
          <a:p>
            <a:r>
              <a:rPr lang="ru-RU" dirty="0"/>
              <a:t>Улучшение пищеварения и общего здоровья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5A30D7-BF56-423B-BE23-29C0899225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Ограничения в выборе продуктов</a:t>
            </a:r>
          </a:p>
          <a:p>
            <a:r>
              <a:rPr lang="ru-RU" dirty="0"/>
              <a:t>Не всегда эффективно</a:t>
            </a:r>
          </a:p>
          <a:p>
            <a:r>
              <a:rPr lang="ru-RU" dirty="0"/>
              <a:t>Сложности в поддержании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3126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4B63E-CF8D-450A-9CF0-A743A2F47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Принципы: Диета №5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6953F4-3C56-4DDB-99C9-DCDC57459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774680" cy="4351338"/>
          </a:xfrm>
        </p:spPr>
        <p:txBody>
          <a:bodyPr/>
          <a:lstStyle/>
          <a:p>
            <a:r>
              <a:rPr lang="ru-RU" dirty="0"/>
              <a:t>Ограничение жиров</a:t>
            </a:r>
          </a:p>
          <a:p>
            <a:r>
              <a:rPr lang="ru-RU" dirty="0"/>
              <a:t>Ограничение жареной и жирной пищи</a:t>
            </a:r>
          </a:p>
          <a:p>
            <a:r>
              <a:rPr lang="ru-RU" dirty="0"/>
              <a:t>Предпочтение кипяченой, запеченной или вареной пищи</a:t>
            </a:r>
          </a:p>
          <a:p>
            <a:r>
              <a:rPr lang="ru-RU" dirty="0"/>
              <a:t>Разделение пищи</a:t>
            </a:r>
          </a:p>
          <a:p>
            <a:r>
              <a:rPr lang="ru-RU" dirty="0"/>
              <a:t>Исключение острой, кислой, копченой и жареной пищи</a:t>
            </a:r>
          </a:p>
        </p:txBody>
      </p:sp>
    </p:spTree>
    <p:extLst>
      <p:ext uri="{BB962C8B-B14F-4D97-AF65-F5344CB8AC3E}">
        <p14:creationId xmlns:p14="http://schemas.microsoft.com/office/powerpoint/2010/main" val="254312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994741-6E95-49BA-8F8A-A3ECDBAD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Диета №5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0DCF4739-112C-46A0-99E9-3338FC1DCB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Плюсы:</a:t>
            </a:r>
          </a:p>
          <a:p>
            <a:r>
              <a:rPr lang="ru-RU" dirty="0"/>
              <a:t>Снижение симптомов</a:t>
            </a:r>
          </a:p>
          <a:p>
            <a:r>
              <a:rPr lang="ru-RU" dirty="0"/>
              <a:t>Улучшение общего состояния</a:t>
            </a:r>
          </a:p>
          <a:p>
            <a:r>
              <a:rPr lang="ru-RU" dirty="0"/>
              <a:t>Поддержание оптимального веса</a:t>
            </a:r>
          </a:p>
        </p:txBody>
      </p:sp>
      <p:sp>
        <p:nvSpPr>
          <p:cNvPr id="10" name="Объект 3">
            <a:extLst>
              <a:ext uri="{FF2B5EF4-FFF2-40B4-BE49-F238E27FC236}">
                <a16:creationId xmlns:a16="http://schemas.microsoft.com/office/drawing/2014/main" id="{006C9BD4-4C1A-4966-B116-FE6E07F23C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Ограничения</a:t>
            </a:r>
          </a:p>
          <a:p>
            <a:r>
              <a:rPr lang="ru-RU" dirty="0"/>
              <a:t>Необходимость постоянного контроля</a:t>
            </a:r>
          </a:p>
          <a:p>
            <a:r>
              <a:rPr lang="ru-RU" dirty="0"/>
              <a:t>Недостаток определенных питательных веществ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1300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95DFC-4C90-41B5-B748-B86E9F21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Принципы: Диета сыроедения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789282-53D6-425B-A640-3F3290425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Употребление сырой пищи</a:t>
            </a:r>
          </a:p>
          <a:p>
            <a:r>
              <a:rPr lang="ru-RU" dirty="0"/>
              <a:t>Предпочтение растительной пище</a:t>
            </a:r>
          </a:p>
          <a:p>
            <a:r>
              <a:rPr lang="ru-RU" dirty="0"/>
              <a:t>Исключение продуктов животного происхождения</a:t>
            </a:r>
          </a:p>
          <a:p>
            <a:r>
              <a:rPr lang="ru-RU" dirty="0"/>
              <a:t>Придерживание баланса</a:t>
            </a:r>
          </a:p>
        </p:txBody>
      </p:sp>
    </p:spTree>
    <p:extLst>
      <p:ext uri="{BB962C8B-B14F-4D97-AF65-F5344CB8AC3E}">
        <p14:creationId xmlns:p14="http://schemas.microsoft.com/office/powerpoint/2010/main" val="1446029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3694E91-D6E5-42D9-A567-D5848C579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Диета сыроедения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D02454F4-C84B-47C0-B5E1-41056C475A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Плюсы:</a:t>
            </a:r>
          </a:p>
          <a:p>
            <a:r>
              <a:rPr lang="ru-RU" dirty="0"/>
              <a:t>Больше питательных веществ</a:t>
            </a:r>
          </a:p>
          <a:p>
            <a:r>
              <a:rPr lang="ru-RU" dirty="0"/>
              <a:t>Повышенная энергия и здоровье</a:t>
            </a:r>
          </a:p>
          <a:p>
            <a:r>
              <a:rPr lang="ru-RU" dirty="0"/>
              <a:t>Снижение риска развития хронических заболеваний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8607FCD0-89C3-43E5-BE7A-857FE91A5B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Ограниченный выбор продуктов</a:t>
            </a:r>
          </a:p>
          <a:p>
            <a:r>
              <a:rPr lang="ru-RU" dirty="0"/>
              <a:t>Риск заражения</a:t>
            </a:r>
          </a:p>
          <a:p>
            <a:r>
              <a:rPr lang="ru-RU" dirty="0"/>
              <a:t>Не всегда эффективно</a:t>
            </a:r>
          </a:p>
        </p:txBody>
      </p:sp>
    </p:spTree>
    <p:extLst>
      <p:ext uri="{BB962C8B-B14F-4D97-AF65-F5344CB8AC3E}">
        <p14:creationId xmlns:p14="http://schemas.microsoft.com/office/powerpoint/2010/main" val="2935744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5E47A-F421-4B9F-BE56-B93E854E8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2780F5-74F7-4E72-BE18-F7188912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Рекомендуется выбирать диету, учитывая индивидуальные потребности и особенности организма. </a:t>
            </a:r>
          </a:p>
          <a:p>
            <a:r>
              <a:rPr lang="ru-RU" dirty="0"/>
              <a:t>Индивидуализация подхода к питанию является ключевым аспектом для обеспечения здорового и сбалансированного рациона.</a:t>
            </a:r>
          </a:p>
          <a:p>
            <a:r>
              <a:rPr lang="ru-RU" dirty="0"/>
              <a:t>Рекомендуется выбирать диету, учитывая индивидуальные потребности и особенности организма.</a:t>
            </a:r>
          </a:p>
        </p:txBody>
      </p:sp>
    </p:spTree>
    <p:extLst>
      <p:ext uri="{BB962C8B-B14F-4D97-AF65-F5344CB8AC3E}">
        <p14:creationId xmlns:p14="http://schemas.microsoft.com/office/powerpoint/2010/main" val="2082812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</TotalTime>
  <Words>347</Words>
  <Application>Microsoft Office PowerPoint</Application>
  <PresentationFormat>Широкоэкранный</PresentationFormat>
  <Paragraphs>74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</vt:lpstr>
      <vt:lpstr>Google Sans</vt:lpstr>
      <vt:lpstr>Tw Cen MT</vt:lpstr>
      <vt:lpstr>Tw Cen MT Condensed</vt:lpstr>
      <vt:lpstr>Wingdings 3</vt:lpstr>
      <vt:lpstr>Интеграл</vt:lpstr>
      <vt:lpstr>Современные модные диеты – польза или вред?</vt:lpstr>
      <vt:lpstr>Определение диета и ее значение для здоровья</vt:lpstr>
      <vt:lpstr>Обзор современных модных диет</vt:lpstr>
      <vt:lpstr>Принципы: Кето-диета</vt:lpstr>
      <vt:lpstr>Кето-диета</vt:lpstr>
      <vt:lpstr>Принципы: Палео диета</vt:lpstr>
      <vt:lpstr>Палео диета</vt:lpstr>
      <vt:lpstr>Принципы: Диета №5 </vt:lpstr>
      <vt:lpstr>Диета №5</vt:lpstr>
      <vt:lpstr>Принципы: Диета сыроедения</vt:lpstr>
      <vt:lpstr>Диета сыроедения</vt:lpstr>
      <vt:lpstr>Рекомендации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Современные модные диеты – польза или вред?</dc:title>
  <dc:creator>SystemX</dc:creator>
  <cp:lastModifiedBy>SystemX</cp:lastModifiedBy>
  <cp:revision>3</cp:revision>
  <dcterms:created xsi:type="dcterms:W3CDTF">2024-04-23T07:51:36Z</dcterms:created>
  <dcterms:modified xsi:type="dcterms:W3CDTF">2024-04-23T08:08:35Z</dcterms:modified>
</cp:coreProperties>
</file>